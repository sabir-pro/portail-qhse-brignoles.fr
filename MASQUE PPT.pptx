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8" r:id="rId1"/>
  </p:sldMasterIdLst>
  <p:notesMasterIdLst>
    <p:notesMasterId r:id="rId21"/>
  </p:notesMasterIdLst>
  <p:sldIdLst>
    <p:sldId id="273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5" r:id="rId13"/>
    <p:sldId id="274" r:id="rId14"/>
    <p:sldId id="276" r:id="rId15"/>
    <p:sldId id="272" r:id="rId16"/>
    <p:sldId id="257" r:id="rId17"/>
    <p:sldId id="258" r:id="rId18"/>
    <p:sldId id="259" r:id="rId19"/>
    <p:sldId id="260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Groupement Mousquetaires" id="{8F5BF6A3-31C2-4254-B95F-6FE5ABFDEF5F}">
          <p14:sldIdLst>
            <p14:sldId id="273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5"/>
            <p14:sldId id="274"/>
            <p14:sldId id="276"/>
            <p14:sldId id="272"/>
          </p14:sldIdLst>
        </p14:section>
        <p14:section name="Méthodologie" id="{EA40AC9A-F6A3-41AE-AE4D-3CBFF6F0EBC0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6449" autoAdjust="0"/>
  </p:normalViewPr>
  <p:slideViewPr>
    <p:cSldViewPr snapToGrid="0">
      <p:cViewPr varScale="1">
        <p:scale>
          <a:sx n="48" d="100"/>
          <a:sy n="48" d="100"/>
        </p:scale>
        <p:origin x="27" y="8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D2017-37F2-43EA-8C90-36711F6FBB5F}" type="datetimeFigureOut">
              <a:rPr lang="en-GB" smtClean="0"/>
              <a:t>21/11/2024</a:t>
            </a:fld>
            <a:endParaRPr lang="en-GB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309E8-395C-4D01-9373-4C3DA675399F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98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2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1982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45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uverture titre">
    <p:bg bwMode="gray">
      <p:bgPr>
        <a:solidFill>
          <a:srgbClr val="F2E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Graphique, croquis, cercle, conception&#10;&#10;Description générée automatiquement">
            <a:extLst>
              <a:ext uri="{FF2B5EF4-FFF2-40B4-BE49-F238E27FC236}">
                <a16:creationId xmlns:a16="http://schemas.microsoft.com/office/drawing/2014/main" id="{F96AE803-4B93-51FE-AA32-C8D4FAD90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noProof="0" dirty="0"/>
              <a:t>Rapport 2024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 nom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EFEE18-CE6D-DBDC-5B83-437670BCA7C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85320" y="5308399"/>
            <a:ext cx="4338000" cy="889548"/>
            <a:chOff x="-1478426" y="-1873452"/>
            <a:chExt cx="2967312" cy="608476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9444EA8-782F-AFB2-507D-50C591717C01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E71231A-6664-4A68-8B5E-1023703C2407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532651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C924BB-4DFB-F1F6-DE5E-6EBB2ACB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4C1EC9-5F2D-EEED-21E3-44F15402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044728-A328-AEC1-1908-72BCCE92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981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68EC-C726-9BB5-56FC-9DA87ED0D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65452"/>
            <a:ext cx="10897200" cy="505434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98000"/>
              </a:lnSpc>
              <a:defRPr sz="4000" b="0"/>
            </a:lvl1pPr>
          </a:lstStyle>
          <a:p>
            <a:r>
              <a:rPr lang="fr-FR" dirty="0"/>
              <a:t>Texte d’exergue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A9662E6-9BAB-3703-0E53-2DC1DDD7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B37BEA-28F2-1135-363F-A8546AC9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83BC6B-7A14-A29F-C32C-B436C421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66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">
    <p:bg bwMode="gray">
      <p:bgPr>
        <a:solidFill>
          <a:srgbClr val="820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CDE07-BDD4-59EB-ECA1-ADEE06F0A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400" y="1365502"/>
            <a:ext cx="10897200" cy="1325563"/>
          </a:xfrm>
          <a:prstGeom prst="rect">
            <a:avLst/>
          </a:prstGeom>
        </p:spPr>
        <p:txBody>
          <a:bodyPr anchor="b" anchorCtr="0"/>
          <a:lstStyle>
            <a:lvl1pPr algn="ctr">
              <a:defRPr>
                <a:solidFill>
                  <a:srgbClr val="FF2822"/>
                </a:solidFill>
                <a:latin typeface="+mn-lt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A309C4-85D5-B2BF-A844-8F8F091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472CF0-5899-D0D0-2E79-0A54C11E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E58412-00CE-875F-3094-9768AEDA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0D4E960-15EE-1399-1781-71723506C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7400" y="2857500"/>
            <a:ext cx="10897200" cy="3348788"/>
          </a:xfrm>
        </p:spPr>
        <p:txBody>
          <a:bodyPr/>
          <a:lstStyle>
            <a:lvl1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71957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918DE-FFCC-12E0-5BE8-900D5A640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38900" y="965326"/>
            <a:ext cx="5106300" cy="4889248"/>
          </a:xfrm>
          <a:prstGeom prst="rect">
            <a:avLst/>
          </a:prstGeom>
        </p:spPr>
        <p:txBody>
          <a:bodyPr anchor="ctr" anchorCtr="0"/>
          <a:lstStyle>
            <a:lvl1pPr algn="r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B85C7D-02B9-822E-08E1-D6A32362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159FFA-4739-81EE-08AA-BFFAA77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F39B1B-72AE-B40E-D61F-810FE8BA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2569AD9-E661-AA07-1B05-EC47F6CFF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042160" y="965326"/>
            <a:ext cx="4053840" cy="4908424"/>
          </a:xfrm>
        </p:spPr>
        <p:txBody>
          <a:bodyPr anchor="ctr" anchorCtr="0"/>
          <a:lstStyle>
            <a:lvl1pPr marL="457200" indent="-457200">
              <a:buFont typeface="+mj-lt"/>
              <a:buAutoNum type="arabicPeriod"/>
              <a:defRPr/>
            </a:lvl1pPr>
            <a:lvl2pPr>
              <a:defRPr/>
            </a:lvl2pPr>
            <a:lvl3pPr>
              <a:defRPr sz="2000" cap="none">
                <a:latin typeface="+mn-lt"/>
              </a:defRPr>
            </a:lvl3pPr>
            <a:lvl4pPr>
              <a:defRPr sz="2000" cap="none">
                <a:latin typeface="+mn-lt"/>
              </a:defRPr>
            </a:lvl4pPr>
            <a:lvl5pPr>
              <a:defRPr sz="2000" cap="none">
                <a:latin typeface="+mn-lt"/>
              </a:defRPr>
            </a:lvl5pPr>
            <a:lvl6pPr>
              <a:defRPr sz="2000" cap="none">
                <a:latin typeface="+mn-lt"/>
              </a:defRPr>
            </a:lvl6pPr>
            <a:lvl7pPr>
              <a:defRPr sz="2000" cap="none">
                <a:latin typeface="+mn-lt"/>
              </a:defRPr>
            </a:lvl7pPr>
            <a:lvl8pPr>
              <a:defRPr sz="2000" cap="none">
                <a:latin typeface="+mn-lt"/>
              </a:defRPr>
            </a:lvl8pPr>
            <a:lvl9pPr>
              <a:defRPr sz="2000" cap="none">
                <a:latin typeface="+mn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46216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chiffres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108972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D6C14198-F460-E214-7E1D-CF7D8C6CB2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</p:spTree>
    <p:extLst>
      <p:ext uri="{BB962C8B-B14F-4D97-AF65-F5344CB8AC3E}">
        <p14:creationId xmlns:p14="http://schemas.microsoft.com/office/powerpoint/2010/main" val="199919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visu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48600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F050202020403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9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8BF8D05A-A9DA-6724-463F-29F402F228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C1A6B2BF-545E-6071-1965-9989A2C927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878697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3" name="Espace réservé pour une image  10">
            <a:extLst>
              <a:ext uri="{FF2B5EF4-FFF2-40B4-BE49-F238E27FC236}">
                <a16:creationId xmlns:a16="http://schemas.microsoft.com/office/drawing/2014/main" id="{FFD3AEA1-C3CC-C44A-52AD-FB41BC0F48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661393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4541661B-BB92-475A-F7C0-CBD394C099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7878696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CFC1B25-572C-D538-31EA-6F637D0D89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661393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</p:spTree>
    <p:extLst>
      <p:ext uri="{BB962C8B-B14F-4D97-AF65-F5344CB8AC3E}">
        <p14:creationId xmlns:p14="http://schemas.microsoft.com/office/powerpoint/2010/main" val="149440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0A7CC9AD-EA87-13CF-C379-B85B6E55C6F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5FC091D-D4B9-5B62-889B-4EF7B17AC9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04917D7-9377-5E31-320D-8898CEB356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038350" y="2038350"/>
            <a:ext cx="7677150" cy="3390900"/>
          </a:xfrm>
        </p:spPr>
        <p:txBody>
          <a:bodyPr/>
          <a:lstStyle>
            <a:lvl1pPr>
              <a:lnSpc>
                <a:spcPct val="98000"/>
              </a:lnSpc>
              <a:defRPr sz="4000" cap="none">
                <a:solidFill>
                  <a:schemeClr val="bg1"/>
                </a:solidFill>
                <a:latin typeface="Aptos Black" panose="020B0004020202020204" pitchFamily="34" charset="0"/>
              </a:defRPr>
            </a:lvl1pPr>
            <a:lvl2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3pPr>
            <a:lvl4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4pPr>
            <a:lvl5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5pPr>
            <a:lvl6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6pPr>
            <a:lvl7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7pPr>
            <a:lvl8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8pPr>
            <a:lvl9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D2D19A47-81DB-42F1-1E47-73F9A300A6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8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Sélectionner l’icône pour insérer une image, puis disposer l’image en arrière plan </a:t>
            </a:r>
            <a:br>
              <a:rPr lang="fr-FR" noProof="0" dirty="0"/>
            </a:br>
            <a:r>
              <a:rPr lang="fr-FR" noProof="0" dirty="0"/>
              <a:t>(Sélectionner l’image avec le bouton droit de la souris / Mettre à l’arrière plan)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A512C18-9047-B82A-F40B-2E75C97B96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2329C02-61CB-932C-CF99-C65D45786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47400" y="6192000"/>
            <a:ext cx="10897200" cy="0"/>
          </a:xfrm>
          <a:ln w="12700">
            <a:solidFill>
              <a:schemeClr val="bg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EB3AA60-6291-3C0F-41EC-48139845AB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8FE983DA-B734-54D9-7091-3329409DF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4FFDABB-F8F9-7DF1-B8C0-A494358A0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491912" y="1941837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EB299DF-036E-C551-B7DD-DE65BE30AC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742103" y="3972041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81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5040000" cy="46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9"/>
            <a:ext cx="5398959" cy="2160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F9767662-A3B0-98A3-E0E9-5C431E1BE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8" y="3468502"/>
            <a:ext cx="5398959" cy="2196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87862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li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194052"/>
            <a:ext cx="5040000" cy="216000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Liens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8"/>
            <a:ext cx="5398959" cy="4648201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6F77A07-6C09-106B-8E42-67BB9CD7A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97041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C4657CC-E9CD-DB67-E2BA-32B48FB17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1518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86798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1098000"/>
            <a:ext cx="10896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0F467842-BA24-0E82-7E64-0DA2B2AB4D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96D1DA11-6B3F-BB06-B187-42F8E80BD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228E16DA-F44E-52D3-AA98-D0790361C7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528282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3CC8BA-F53A-1CB1-8894-D110A9695A5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C8B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39D7F1-3A17-4758-551C-692AE2D74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40594" y="1251830"/>
            <a:ext cx="4134150" cy="1260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DB98AB-ECFE-AADB-8E41-E939709F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616CAB-58D6-0751-0C18-B3FEFBCE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C3B61D-0AE2-F347-8318-838C8865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F8346C6-8675-EC7B-5569-D340BD52B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276D1AD-2E7F-85C4-9460-57C1D19A5755}"/>
              </a:ext>
            </a:extLst>
          </p:cNvPr>
          <p:cNvCxnSpPr/>
          <p:nvPr userDrawn="1"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E93F21B-BFEB-D49D-3F0A-B81E1577FEB6}"/>
              </a:ext>
            </a:extLst>
          </p:cNvPr>
          <p:cNvCxnSpPr/>
          <p:nvPr userDrawn="1"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85F47C88-3BF3-BA10-27C0-0037CDA3CE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461675" y="3182100"/>
            <a:ext cx="8460000" cy="0"/>
          </a:xfrm>
          <a:ln w="12700">
            <a:solidFill>
              <a:schemeClr val="tx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948E105-FDA1-B677-D150-F16DCD011A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139690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1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587D6EA0-4AB9-C434-90A9-EFD6440FF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7450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B1FB1E2-12C4-79AE-89E5-6299FD9E88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161325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2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DA09A7E0-6A28-C886-D37B-45AC29AD0A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39614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E564E6C3-FB74-6789-817D-10A070242F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5178201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3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063DBEB1-38FF-A64E-2D47-7570A57BAE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5413018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1" name="Espace réservé du texte 11">
            <a:extLst>
              <a:ext uri="{FF2B5EF4-FFF2-40B4-BE49-F238E27FC236}">
                <a16:creationId xmlns:a16="http://schemas.microsoft.com/office/drawing/2014/main" id="{6EADC22B-CFF4-5424-3604-604659009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7160591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4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83A6B799-B0DB-F70B-83F6-BB3CB58231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395409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E7869E65-8D62-9188-EF76-691B6C6947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9229865" y="2633258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5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9C58F00D-BE1D-7677-0348-DBBEDA7D4A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9464683" y="3752805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3D713637-FA77-F638-A289-1AC64C89B5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140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5683" y="4741298"/>
            <a:ext cx="5398958" cy="13401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9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E47E9526-8CF7-1E88-1BE0-968DC5E2FD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62512" y="684000"/>
            <a:ext cx="4788000" cy="3384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1AB875D-AA25-286D-5632-5F9FA696D7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795163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44934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3996" y="3145134"/>
            <a:ext cx="5460003" cy="140677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096000" y="1098000"/>
            <a:ext cx="5448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2" name="Espace réservé pour une image  10">
            <a:extLst>
              <a:ext uri="{FF2B5EF4-FFF2-40B4-BE49-F238E27FC236}">
                <a16:creationId xmlns:a16="http://schemas.microsoft.com/office/drawing/2014/main" id="{DF9FE44A-7A29-7971-37E4-3C0F9166F5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3645" y="683999"/>
            <a:ext cx="4801878" cy="5507952"/>
          </a:xfrm>
          <a:custGeom>
            <a:avLst/>
            <a:gdLst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13" fmla="*/ 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11" fmla="*/ 4788000 w 4788000"/>
              <a:gd name="connsiteY11" fmla="*/ 5507952 h 5507952"/>
              <a:gd name="connsiteX12" fmla="*/ 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9" fmla="*/ 4788000 w 4788000"/>
              <a:gd name="connsiteY9" fmla="*/ 5507952 h 5507952"/>
              <a:gd name="connsiteX10" fmla="*/ 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8" fmla="*/ 4788000 w 4788000"/>
              <a:gd name="connsiteY8" fmla="*/ 5507952 h 5507952"/>
              <a:gd name="connsiteX9" fmla="*/ 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638030 w 4793063"/>
              <a:gd name="connsiteY5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638030 w 4793063"/>
              <a:gd name="connsiteY4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45177 w 4793063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45177 w 4788000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372837 w 4788000"/>
              <a:gd name="connsiteY4" fmla="*/ 376054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473023 w 4788000"/>
              <a:gd name="connsiteY0" fmla="*/ 115969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7782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800048"/>
              <a:gd name="connsiteY0" fmla="*/ 5507952 h 5507952"/>
              <a:gd name="connsiteX1" fmla="*/ 0 w 4800048"/>
              <a:gd name="connsiteY1" fmla="*/ 5507952 h 5507952"/>
              <a:gd name="connsiteX2" fmla="*/ 0 w 4800048"/>
              <a:gd name="connsiteY2" fmla="*/ 0 h 5507952"/>
              <a:gd name="connsiteX3" fmla="*/ 0 w 4800048"/>
              <a:gd name="connsiteY3" fmla="*/ 0 h 5507952"/>
              <a:gd name="connsiteX4" fmla="*/ 4788000 w 4800048"/>
              <a:gd name="connsiteY4" fmla="*/ 0 h 5507952"/>
              <a:gd name="connsiteX5" fmla="*/ 4788000 w 4800048"/>
              <a:gd name="connsiteY5" fmla="*/ 0 h 5507952"/>
              <a:gd name="connsiteX6" fmla="*/ 4788000 w 4800048"/>
              <a:gd name="connsiteY6" fmla="*/ 5507952 h 5507952"/>
              <a:gd name="connsiteX7" fmla="*/ 4788000 w 4800048"/>
              <a:gd name="connsiteY7" fmla="*/ 5507952 h 5507952"/>
              <a:gd name="connsiteX8" fmla="*/ 0 w 4800048"/>
              <a:gd name="connsiteY8" fmla="*/ 5507952 h 5507952"/>
              <a:gd name="connsiteX0" fmla="*/ 4800048 w 4800048"/>
              <a:gd name="connsiteY0" fmla="*/ 1456 h 5507952"/>
              <a:gd name="connsiteX1" fmla="*/ 0 w 4800048"/>
              <a:gd name="connsiteY1" fmla="*/ 0 h 5507952"/>
              <a:gd name="connsiteX2" fmla="*/ 0 w 4800048"/>
              <a:gd name="connsiteY2" fmla="*/ 0 h 5507952"/>
              <a:gd name="connsiteX3" fmla="*/ 4788000 w 4800048"/>
              <a:gd name="connsiteY3" fmla="*/ 5496448 h 5507952"/>
              <a:gd name="connsiteX4" fmla="*/ 14697 w 4800048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8417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93698"/>
              <a:gd name="connsiteY0" fmla="*/ 5509671 h 5509671"/>
              <a:gd name="connsiteX1" fmla="*/ 0 w 4793698"/>
              <a:gd name="connsiteY1" fmla="*/ 5509671 h 5509671"/>
              <a:gd name="connsiteX2" fmla="*/ 0 w 4793698"/>
              <a:gd name="connsiteY2" fmla="*/ 1719 h 5509671"/>
              <a:gd name="connsiteX3" fmla="*/ 0 w 4793698"/>
              <a:gd name="connsiteY3" fmla="*/ 1719 h 5509671"/>
              <a:gd name="connsiteX4" fmla="*/ 4788000 w 4793698"/>
              <a:gd name="connsiteY4" fmla="*/ 1719 h 5509671"/>
              <a:gd name="connsiteX5" fmla="*/ 4788000 w 4793698"/>
              <a:gd name="connsiteY5" fmla="*/ 1719 h 5509671"/>
              <a:gd name="connsiteX6" fmla="*/ 4788000 w 4793698"/>
              <a:gd name="connsiteY6" fmla="*/ 5509671 h 5509671"/>
              <a:gd name="connsiteX7" fmla="*/ 4788000 w 4793698"/>
              <a:gd name="connsiteY7" fmla="*/ 5509671 h 5509671"/>
              <a:gd name="connsiteX8" fmla="*/ 0 w 4793698"/>
              <a:gd name="connsiteY8" fmla="*/ 5509671 h 5509671"/>
              <a:gd name="connsiteX0" fmla="*/ 4793698 w 4793698"/>
              <a:gd name="connsiteY0" fmla="*/ 0 h 5509671"/>
              <a:gd name="connsiteX1" fmla="*/ 0 w 4793698"/>
              <a:gd name="connsiteY1" fmla="*/ 1719 h 5509671"/>
              <a:gd name="connsiteX2" fmla="*/ 0 w 4793698"/>
              <a:gd name="connsiteY2" fmla="*/ 1719 h 5509671"/>
              <a:gd name="connsiteX3" fmla="*/ 4788000 w 4793698"/>
              <a:gd name="connsiteY3" fmla="*/ 5498167 h 5509671"/>
              <a:gd name="connsiteX4" fmla="*/ 14697 w 4793698"/>
              <a:gd name="connsiteY4" fmla="*/ 5507243 h 5509671"/>
              <a:gd name="connsiteX0" fmla="*/ 0 w 4793698"/>
              <a:gd name="connsiteY0" fmla="*/ 5509671 h 5590587"/>
              <a:gd name="connsiteX1" fmla="*/ 0 w 4793698"/>
              <a:gd name="connsiteY1" fmla="*/ 5509671 h 5590587"/>
              <a:gd name="connsiteX2" fmla="*/ 0 w 4793698"/>
              <a:gd name="connsiteY2" fmla="*/ 1719 h 5590587"/>
              <a:gd name="connsiteX3" fmla="*/ 0 w 4793698"/>
              <a:gd name="connsiteY3" fmla="*/ 1719 h 5590587"/>
              <a:gd name="connsiteX4" fmla="*/ 4788000 w 4793698"/>
              <a:gd name="connsiteY4" fmla="*/ 1719 h 5590587"/>
              <a:gd name="connsiteX5" fmla="*/ 4788000 w 4793698"/>
              <a:gd name="connsiteY5" fmla="*/ 1719 h 5590587"/>
              <a:gd name="connsiteX6" fmla="*/ 4788000 w 4793698"/>
              <a:gd name="connsiteY6" fmla="*/ 5509671 h 5590587"/>
              <a:gd name="connsiteX7" fmla="*/ 4788000 w 4793698"/>
              <a:gd name="connsiteY7" fmla="*/ 5509671 h 5590587"/>
              <a:gd name="connsiteX8" fmla="*/ 0 w 4793698"/>
              <a:gd name="connsiteY8" fmla="*/ 5509671 h 5590587"/>
              <a:gd name="connsiteX0" fmla="*/ 4793698 w 4793698"/>
              <a:gd name="connsiteY0" fmla="*/ 0 h 5590587"/>
              <a:gd name="connsiteX1" fmla="*/ 0 w 4793698"/>
              <a:gd name="connsiteY1" fmla="*/ 1719 h 5590587"/>
              <a:gd name="connsiteX2" fmla="*/ 0 w 4793698"/>
              <a:gd name="connsiteY2" fmla="*/ 1719 h 5590587"/>
              <a:gd name="connsiteX3" fmla="*/ 4788000 w 4793698"/>
              <a:gd name="connsiteY3" fmla="*/ 5498167 h 5590587"/>
              <a:gd name="connsiteX4" fmla="*/ 409 w 4793698"/>
              <a:gd name="connsiteY4" fmla="*/ 5590587 h 55905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4981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108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0451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4825 w 4793698"/>
              <a:gd name="connsiteY3" fmla="*/ 5510867 h 5514387"/>
              <a:gd name="connsiteX4" fmla="*/ 409 w 4793698"/>
              <a:gd name="connsiteY4" fmla="*/ 5514387 h 5514387"/>
              <a:gd name="connsiteX0" fmla="*/ 0 w 4797525"/>
              <a:gd name="connsiteY0" fmla="*/ 5509671 h 5628342"/>
              <a:gd name="connsiteX1" fmla="*/ 0 w 4797525"/>
              <a:gd name="connsiteY1" fmla="*/ 5509671 h 5628342"/>
              <a:gd name="connsiteX2" fmla="*/ 0 w 4797525"/>
              <a:gd name="connsiteY2" fmla="*/ 1719 h 5628342"/>
              <a:gd name="connsiteX3" fmla="*/ 0 w 4797525"/>
              <a:gd name="connsiteY3" fmla="*/ 1719 h 5628342"/>
              <a:gd name="connsiteX4" fmla="*/ 4788000 w 4797525"/>
              <a:gd name="connsiteY4" fmla="*/ 1719 h 5628342"/>
              <a:gd name="connsiteX5" fmla="*/ 4788000 w 4797525"/>
              <a:gd name="connsiteY5" fmla="*/ 1719 h 5628342"/>
              <a:gd name="connsiteX6" fmla="*/ 4788000 w 4797525"/>
              <a:gd name="connsiteY6" fmla="*/ 5509671 h 5628342"/>
              <a:gd name="connsiteX7" fmla="*/ 4788000 w 4797525"/>
              <a:gd name="connsiteY7" fmla="*/ 5509671 h 5628342"/>
              <a:gd name="connsiteX8" fmla="*/ 0 w 4797525"/>
              <a:gd name="connsiteY8" fmla="*/ 5509671 h 5628342"/>
              <a:gd name="connsiteX0" fmla="*/ 4793698 w 4797525"/>
              <a:gd name="connsiteY0" fmla="*/ 0 h 5628342"/>
              <a:gd name="connsiteX1" fmla="*/ 0 w 4797525"/>
              <a:gd name="connsiteY1" fmla="*/ 1719 h 5628342"/>
              <a:gd name="connsiteX2" fmla="*/ 0 w 4797525"/>
              <a:gd name="connsiteY2" fmla="*/ 1719 h 5628342"/>
              <a:gd name="connsiteX3" fmla="*/ 4797525 w 4797525"/>
              <a:gd name="connsiteY3" fmla="*/ 5628342 h 5628342"/>
              <a:gd name="connsiteX4" fmla="*/ 409 w 4797525"/>
              <a:gd name="connsiteY4" fmla="*/ 5514387 h 5628342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91175 w 4793698"/>
              <a:gd name="connsiteY3" fmla="*/ 5514042 h 5514387"/>
              <a:gd name="connsiteX4" fmla="*/ 409 w 4793698"/>
              <a:gd name="connsiteY4" fmla="*/ 5514387 h 5514387"/>
              <a:gd name="connsiteX0" fmla="*/ 0 w 4794350"/>
              <a:gd name="connsiteY0" fmla="*/ 5509671 h 5514387"/>
              <a:gd name="connsiteX1" fmla="*/ 0 w 4794350"/>
              <a:gd name="connsiteY1" fmla="*/ 5509671 h 5514387"/>
              <a:gd name="connsiteX2" fmla="*/ 0 w 4794350"/>
              <a:gd name="connsiteY2" fmla="*/ 1719 h 5514387"/>
              <a:gd name="connsiteX3" fmla="*/ 0 w 4794350"/>
              <a:gd name="connsiteY3" fmla="*/ 1719 h 5514387"/>
              <a:gd name="connsiteX4" fmla="*/ 4788000 w 4794350"/>
              <a:gd name="connsiteY4" fmla="*/ 1719 h 5514387"/>
              <a:gd name="connsiteX5" fmla="*/ 4788000 w 4794350"/>
              <a:gd name="connsiteY5" fmla="*/ 1719 h 5514387"/>
              <a:gd name="connsiteX6" fmla="*/ 4788000 w 4794350"/>
              <a:gd name="connsiteY6" fmla="*/ 5509671 h 5514387"/>
              <a:gd name="connsiteX7" fmla="*/ 4788000 w 4794350"/>
              <a:gd name="connsiteY7" fmla="*/ 5509671 h 5514387"/>
              <a:gd name="connsiteX8" fmla="*/ 0 w 4794350"/>
              <a:gd name="connsiteY8" fmla="*/ 5509671 h 5514387"/>
              <a:gd name="connsiteX0" fmla="*/ 4793698 w 4794350"/>
              <a:gd name="connsiteY0" fmla="*/ 0 h 5514387"/>
              <a:gd name="connsiteX1" fmla="*/ 0 w 4794350"/>
              <a:gd name="connsiteY1" fmla="*/ 1719 h 5514387"/>
              <a:gd name="connsiteX2" fmla="*/ 0 w 4794350"/>
              <a:gd name="connsiteY2" fmla="*/ 1719 h 5514387"/>
              <a:gd name="connsiteX3" fmla="*/ 4794350 w 4794350"/>
              <a:gd name="connsiteY3" fmla="*/ 5514042 h 5514387"/>
              <a:gd name="connsiteX4" fmla="*/ 409 w 4794350"/>
              <a:gd name="connsiteY4" fmla="*/ 5514387 h 5514387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409 w 4797525"/>
              <a:gd name="connsiteY4" fmla="*/ 5514387 h 5514387"/>
              <a:gd name="connsiteX0" fmla="*/ 0 w 4797525"/>
              <a:gd name="connsiteY0" fmla="*/ 5509671 h 5509671"/>
              <a:gd name="connsiteX1" fmla="*/ 0 w 4797525"/>
              <a:gd name="connsiteY1" fmla="*/ 5509671 h 5509671"/>
              <a:gd name="connsiteX2" fmla="*/ 0 w 4797525"/>
              <a:gd name="connsiteY2" fmla="*/ 1719 h 5509671"/>
              <a:gd name="connsiteX3" fmla="*/ 0 w 4797525"/>
              <a:gd name="connsiteY3" fmla="*/ 1719 h 5509671"/>
              <a:gd name="connsiteX4" fmla="*/ 4788000 w 4797525"/>
              <a:gd name="connsiteY4" fmla="*/ 1719 h 5509671"/>
              <a:gd name="connsiteX5" fmla="*/ 4788000 w 4797525"/>
              <a:gd name="connsiteY5" fmla="*/ 1719 h 5509671"/>
              <a:gd name="connsiteX6" fmla="*/ 4788000 w 4797525"/>
              <a:gd name="connsiteY6" fmla="*/ 5509671 h 5509671"/>
              <a:gd name="connsiteX7" fmla="*/ 4788000 w 4797525"/>
              <a:gd name="connsiteY7" fmla="*/ 5509671 h 5509671"/>
              <a:gd name="connsiteX8" fmla="*/ 0 w 4797525"/>
              <a:gd name="connsiteY8" fmla="*/ 5509671 h 5509671"/>
              <a:gd name="connsiteX0" fmla="*/ 4793698 w 4797525"/>
              <a:gd name="connsiteY0" fmla="*/ 0 h 5509671"/>
              <a:gd name="connsiteX1" fmla="*/ 0 w 4797525"/>
              <a:gd name="connsiteY1" fmla="*/ 1719 h 5509671"/>
              <a:gd name="connsiteX2" fmla="*/ 0 w 4797525"/>
              <a:gd name="connsiteY2" fmla="*/ 1719 h 5509671"/>
              <a:gd name="connsiteX3" fmla="*/ 4797525 w 4797525"/>
              <a:gd name="connsiteY3" fmla="*/ 5507692 h 5509671"/>
              <a:gd name="connsiteX4" fmla="*/ 169478 w 4797525"/>
              <a:gd name="connsiteY4" fmla="*/ 5385799 h 5509671"/>
              <a:gd name="connsiteX0" fmla="*/ 16259 w 4813784"/>
              <a:gd name="connsiteY0" fmla="*/ 5509671 h 5607255"/>
              <a:gd name="connsiteX1" fmla="*/ 16259 w 4813784"/>
              <a:gd name="connsiteY1" fmla="*/ 5509671 h 5607255"/>
              <a:gd name="connsiteX2" fmla="*/ 16259 w 4813784"/>
              <a:gd name="connsiteY2" fmla="*/ 1719 h 5607255"/>
              <a:gd name="connsiteX3" fmla="*/ 16259 w 4813784"/>
              <a:gd name="connsiteY3" fmla="*/ 1719 h 5607255"/>
              <a:gd name="connsiteX4" fmla="*/ 4804259 w 4813784"/>
              <a:gd name="connsiteY4" fmla="*/ 1719 h 5607255"/>
              <a:gd name="connsiteX5" fmla="*/ 4804259 w 4813784"/>
              <a:gd name="connsiteY5" fmla="*/ 1719 h 5607255"/>
              <a:gd name="connsiteX6" fmla="*/ 4804259 w 4813784"/>
              <a:gd name="connsiteY6" fmla="*/ 5509671 h 5607255"/>
              <a:gd name="connsiteX7" fmla="*/ 4804259 w 4813784"/>
              <a:gd name="connsiteY7" fmla="*/ 5509671 h 5607255"/>
              <a:gd name="connsiteX8" fmla="*/ 16259 w 4813784"/>
              <a:gd name="connsiteY8" fmla="*/ 5509671 h 5607255"/>
              <a:gd name="connsiteX0" fmla="*/ 4809957 w 4813784"/>
              <a:gd name="connsiteY0" fmla="*/ 0 h 5607255"/>
              <a:gd name="connsiteX1" fmla="*/ 16259 w 4813784"/>
              <a:gd name="connsiteY1" fmla="*/ 1719 h 5607255"/>
              <a:gd name="connsiteX2" fmla="*/ 16259 w 4813784"/>
              <a:gd name="connsiteY2" fmla="*/ 1719 h 5607255"/>
              <a:gd name="connsiteX3" fmla="*/ 4813784 w 4813784"/>
              <a:gd name="connsiteY3" fmla="*/ 5507692 h 5607255"/>
              <a:gd name="connsiteX4" fmla="*/ 0 w 4813784"/>
              <a:gd name="connsiteY4" fmla="*/ 5607255 h 5607255"/>
              <a:gd name="connsiteX0" fmla="*/ 4353 w 4801878"/>
              <a:gd name="connsiteY0" fmla="*/ 5509671 h 5514386"/>
              <a:gd name="connsiteX1" fmla="*/ 4353 w 4801878"/>
              <a:gd name="connsiteY1" fmla="*/ 5509671 h 5514386"/>
              <a:gd name="connsiteX2" fmla="*/ 4353 w 4801878"/>
              <a:gd name="connsiteY2" fmla="*/ 1719 h 5514386"/>
              <a:gd name="connsiteX3" fmla="*/ 4353 w 4801878"/>
              <a:gd name="connsiteY3" fmla="*/ 1719 h 5514386"/>
              <a:gd name="connsiteX4" fmla="*/ 4792353 w 4801878"/>
              <a:gd name="connsiteY4" fmla="*/ 1719 h 5514386"/>
              <a:gd name="connsiteX5" fmla="*/ 4792353 w 4801878"/>
              <a:gd name="connsiteY5" fmla="*/ 1719 h 5514386"/>
              <a:gd name="connsiteX6" fmla="*/ 4792353 w 4801878"/>
              <a:gd name="connsiteY6" fmla="*/ 5509671 h 5514386"/>
              <a:gd name="connsiteX7" fmla="*/ 4792353 w 4801878"/>
              <a:gd name="connsiteY7" fmla="*/ 5509671 h 5514386"/>
              <a:gd name="connsiteX8" fmla="*/ 4353 w 4801878"/>
              <a:gd name="connsiteY8" fmla="*/ 5509671 h 5514386"/>
              <a:gd name="connsiteX0" fmla="*/ 4798051 w 4801878"/>
              <a:gd name="connsiteY0" fmla="*/ 0 h 5514386"/>
              <a:gd name="connsiteX1" fmla="*/ 4353 w 4801878"/>
              <a:gd name="connsiteY1" fmla="*/ 1719 h 5514386"/>
              <a:gd name="connsiteX2" fmla="*/ 4353 w 4801878"/>
              <a:gd name="connsiteY2" fmla="*/ 1719 h 5514386"/>
              <a:gd name="connsiteX3" fmla="*/ 4801878 w 4801878"/>
              <a:gd name="connsiteY3" fmla="*/ 5507692 h 5514386"/>
              <a:gd name="connsiteX4" fmla="*/ 0 w 4801878"/>
              <a:gd name="connsiteY4" fmla="*/ 5514386 h 5514386"/>
              <a:gd name="connsiteX0" fmla="*/ 0 w 4797525"/>
              <a:gd name="connsiteY0" fmla="*/ 5509671 h 5719174"/>
              <a:gd name="connsiteX1" fmla="*/ 0 w 4797525"/>
              <a:gd name="connsiteY1" fmla="*/ 5509671 h 5719174"/>
              <a:gd name="connsiteX2" fmla="*/ 0 w 4797525"/>
              <a:gd name="connsiteY2" fmla="*/ 1719 h 5719174"/>
              <a:gd name="connsiteX3" fmla="*/ 0 w 4797525"/>
              <a:gd name="connsiteY3" fmla="*/ 1719 h 5719174"/>
              <a:gd name="connsiteX4" fmla="*/ 4788000 w 4797525"/>
              <a:gd name="connsiteY4" fmla="*/ 1719 h 5719174"/>
              <a:gd name="connsiteX5" fmla="*/ 4788000 w 4797525"/>
              <a:gd name="connsiteY5" fmla="*/ 1719 h 5719174"/>
              <a:gd name="connsiteX6" fmla="*/ 4788000 w 4797525"/>
              <a:gd name="connsiteY6" fmla="*/ 5509671 h 5719174"/>
              <a:gd name="connsiteX7" fmla="*/ 4788000 w 4797525"/>
              <a:gd name="connsiteY7" fmla="*/ 5509671 h 5719174"/>
              <a:gd name="connsiteX8" fmla="*/ 0 w 4797525"/>
              <a:gd name="connsiteY8" fmla="*/ 5509671 h 5719174"/>
              <a:gd name="connsiteX0" fmla="*/ 4793698 w 4797525"/>
              <a:gd name="connsiteY0" fmla="*/ 0 h 5719174"/>
              <a:gd name="connsiteX1" fmla="*/ 0 w 4797525"/>
              <a:gd name="connsiteY1" fmla="*/ 1719 h 5719174"/>
              <a:gd name="connsiteX2" fmla="*/ 0 w 4797525"/>
              <a:gd name="connsiteY2" fmla="*/ 1719 h 5719174"/>
              <a:gd name="connsiteX3" fmla="*/ 4797525 w 4797525"/>
              <a:gd name="connsiteY3" fmla="*/ 5507692 h 5719174"/>
              <a:gd name="connsiteX4" fmla="*/ 217104 w 4797525"/>
              <a:gd name="connsiteY4" fmla="*/ 5719174 h 5719174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31366 w 4797525"/>
              <a:gd name="connsiteY4" fmla="*/ 5514387 h 5514387"/>
              <a:gd name="connsiteX0" fmla="*/ 4353 w 4801878"/>
              <a:gd name="connsiteY0" fmla="*/ 5509671 h 5509671"/>
              <a:gd name="connsiteX1" fmla="*/ 4353 w 4801878"/>
              <a:gd name="connsiteY1" fmla="*/ 5509671 h 5509671"/>
              <a:gd name="connsiteX2" fmla="*/ 4353 w 4801878"/>
              <a:gd name="connsiteY2" fmla="*/ 1719 h 5509671"/>
              <a:gd name="connsiteX3" fmla="*/ 4353 w 4801878"/>
              <a:gd name="connsiteY3" fmla="*/ 1719 h 5509671"/>
              <a:gd name="connsiteX4" fmla="*/ 4792353 w 4801878"/>
              <a:gd name="connsiteY4" fmla="*/ 1719 h 5509671"/>
              <a:gd name="connsiteX5" fmla="*/ 4792353 w 4801878"/>
              <a:gd name="connsiteY5" fmla="*/ 1719 h 5509671"/>
              <a:gd name="connsiteX6" fmla="*/ 4792353 w 4801878"/>
              <a:gd name="connsiteY6" fmla="*/ 5509671 h 5509671"/>
              <a:gd name="connsiteX7" fmla="*/ 4792353 w 4801878"/>
              <a:gd name="connsiteY7" fmla="*/ 5509671 h 5509671"/>
              <a:gd name="connsiteX8" fmla="*/ 4353 w 4801878"/>
              <a:gd name="connsiteY8" fmla="*/ 5509671 h 5509671"/>
              <a:gd name="connsiteX0" fmla="*/ 4798051 w 4801878"/>
              <a:gd name="connsiteY0" fmla="*/ 0 h 5509671"/>
              <a:gd name="connsiteX1" fmla="*/ 4353 w 4801878"/>
              <a:gd name="connsiteY1" fmla="*/ 1719 h 5509671"/>
              <a:gd name="connsiteX2" fmla="*/ 4353 w 4801878"/>
              <a:gd name="connsiteY2" fmla="*/ 1719 h 5509671"/>
              <a:gd name="connsiteX3" fmla="*/ 4801878 w 4801878"/>
              <a:gd name="connsiteY3" fmla="*/ 5507692 h 5509671"/>
              <a:gd name="connsiteX4" fmla="*/ 0 w 4801878"/>
              <a:gd name="connsiteY4" fmla="*/ 5509625 h 5509671"/>
              <a:gd name="connsiteX0" fmla="*/ 4353 w 4801878"/>
              <a:gd name="connsiteY0" fmla="*/ 5507952 h 5507952"/>
              <a:gd name="connsiteX1" fmla="*/ 4353 w 4801878"/>
              <a:gd name="connsiteY1" fmla="*/ 5507952 h 5507952"/>
              <a:gd name="connsiteX2" fmla="*/ 4353 w 4801878"/>
              <a:gd name="connsiteY2" fmla="*/ 0 h 5507952"/>
              <a:gd name="connsiteX3" fmla="*/ 4353 w 4801878"/>
              <a:gd name="connsiteY3" fmla="*/ 0 h 5507952"/>
              <a:gd name="connsiteX4" fmla="*/ 4792353 w 4801878"/>
              <a:gd name="connsiteY4" fmla="*/ 0 h 5507952"/>
              <a:gd name="connsiteX5" fmla="*/ 4792353 w 4801878"/>
              <a:gd name="connsiteY5" fmla="*/ 0 h 5507952"/>
              <a:gd name="connsiteX6" fmla="*/ 4792353 w 4801878"/>
              <a:gd name="connsiteY6" fmla="*/ 5507952 h 5507952"/>
              <a:gd name="connsiteX7" fmla="*/ 4792353 w 4801878"/>
              <a:gd name="connsiteY7" fmla="*/ 5507952 h 5507952"/>
              <a:gd name="connsiteX8" fmla="*/ 4353 w 4801878"/>
              <a:gd name="connsiteY8" fmla="*/ 5507952 h 5507952"/>
              <a:gd name="connsiteX0" fmla="*/ 4798051 w 4801878"/>
              <a:gd name="connsiteY0" fmla="*/ 1456 h 5507952"/>
              <a:gd name="connsiteX1" fmla="*/ 4353 w 4801878"/>
              <a:gd name="connsiteY1" fmla="*/ 0 h 5507952"/>
              <a:gd name="connsiteX2" fmla="*/ 4353 w 4801878"/>
              <a:gd name="connsiteY2" fmla="*/ 0 h 5507952"/>
              <a:gd name="connsiteX3" fmla="*/ 4801878 w 4801878"/>
              <a:gd name="connsiteY3" fmla="*/ 5505973 h 5507952"/>
              <a:gd name="connsiteX4" fmla="*/ 0 w 4801878"/>
              <a:gd name="connsiteY4" fmla="*/ 5507906 h 550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1878" h="5507952" stroke="0" extrusionOk="0">
                <a:moveTo>
                  <a:pt x="4353" y="5507952"/>
                </a:moveTo>
                <a:lnTo>
                  <a:pt x="4353" y="5507952"/>
                </a:lnTo>
                <a:lnTo>
                  <a:pt x="4353" y="0"/>
                </a:lnTo>
                <a:lnTo>
                  <a:pt x="4353" y="0"/>
                </a:lnTo>
                <a:lnTo>
                  <a:pt x="4792353" y="0"/>
                </a:lnTo>
                <a:lnTo>
                  <a:pt x="4792353" y="0"/>
                </a:lnTo>
                <a:lnTo>
                  <a:pt x="4792353" y="5507952"/>
                </a:lnTo>
                <a:lnTo>
                  <a:pt x="4792353" y="5507952"/>
                </a:lnTo>
                <a:lnTo>
                  <a:pt x="4353" y="5507952"/>
                </a:lnTo>
                <a:close/>
              </a:path>
              <a:path w="4801878" h="5507952" fill="none">
                <a:moveTo>
                  <a:pt x="4798051" y="1456"/>
                </a:moveTo>
                <a:lnTo>
                  <a:pt x="4353" y="0"/>
                </a:lnTo>
                <a:lnTo>
                  <a:pt x="4353" y="0"/>
                </a:lnTo>
                <a:moveTo>
                  <a:pt x="4801878" y="5505973"/>
                </a:moveTo>
                <a:lnTo>
                  <a:pt x="0" y="5507906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CC17844-CDDA-D8FB-DE64-53D03D755A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095999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54C705BB-83A1-6BC1-E7CE-DC8A3CFDC8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398747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799810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FCAD0-3945-595D-6E09-2D64AB2B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0B71E1-770E-EA4C-17D7-2F649D416D9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6C1CC-455E-CFDE-4F53-24DFFBC8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394E7FA-232E-4444-B19C-0364851AAF87}" type="datetime1">
              <a:rPr lang="fr-FR" smtClean="0"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0A3F6F-492F-5C8E-3A22-A34CE3B9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CFAF48-A3D4-1FEF-6C22-729AF22D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4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F2E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F942F2-F4A0-1B1E-16DB-AB68CCEB736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A9A788-B53E-5EF0-8BDA-CAC971C3017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48000" y="2562332"/>
            <a:ext cx="10897200" cy="35169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D507CC-7ED4-9950-6A41-3894B6F6DDF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88AA6-BAE3-0777-65DF-0D2E360E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90000"/>
              </a:lnSpc>
              <a:defRPr sz="950" b="1" cap="all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D15C24-6ABF-B7C6-8A7E-33E2368AA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89458E1-23C9-2362-B5F7-49C2E766362C}"/>
              </a:ext>
            </a:extLst>
          </p:cNvPr>
          <p:cNvCxnSpPr/>
          <p:nvPr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EA172E4-F85F-1D02-104A-82BAAD736189}"/>
              </a:ext>
            </a:extLst>
          </p:cNvPr>
          <p:cNvCxnSpPr/>
          <p:nvPr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C456010B-56FA-FF7E-BC6D-BCFBDEBCA379}"/>
              </a:ext>
            </a:extLst>
          </p:cNvPr>
          <p:cNvSpPr txBox="1"/>
          <p:nvPr/>
        </p:nvSpPr>
        <p:spPr bwMode="gray">
          <a:xfrm>
            <a:off x="3902109" y="6352144"/>
            <a:ext cx="4387782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dans le masque principal une seul fois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2981DAE-1F48-D29E-EC9F-B55D3030CC8C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48000" y="6375332"/>
            <a:ext cx="1476000" cy="302668"/>
            <a:chOff x="-1478426" y="-1873452"/>
            <a:chExt cx="2967312" cy="608476"/>
          </a:xfrm>
        </p:grpSpPr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C72F2246-6F83-26A5-EE73-892E0EF4EAE6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D470930-CEBE-B9AA-0D31-3E7DFABC28C4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5373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 cap="all" baseline="0">
          <a:solidFill>
            <a:schemeClr val="tx1"/>
          </a:solidFill>
          <a:latin typeface="Aptos ExtraBold" panose="020F050202020403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250" kern="1200" cap="all" baseline="0">
          <a:solidFill>
            <a:schemeClr val="tx1"/>
          </a:solidFill>
          <a:latin typeface="Aptos ExtraBold" panose="020B0004020202020204" pitchFamily="34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62169AB-A9CC-5C5F-51A8-8D067B2893FC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fr-FR"/>
              <a:t>TITRE PRESENTATION</a:t>
            </a:r>
            <a:endParaRPr lang="fr-FR" dirty="0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04B7A4F9-EE83-0F97-D267-C2ABCFBF795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fr-FR" dirty="0"/>
              <a:t>Une présentation de nom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739AD2-31DD-7942-9523-A1D34AF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0CB450-185D-AB38-994B-80B68FCA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0B35BA-0E3B-2CBE-6524-C752425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6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28CF05-092B-3439-D8E7-23D3564F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11DECF-5D8E-E3F1-A6E3-9E52CEBD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63D86-6D54-6F02-19FE-474CB7FF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13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onsectetur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disse </a:t>
            </a:r>
            <a:r>
              <a:rPr lang="fr-FR" dirty="0" err="1"/>
              <a:t>sapien</a:t>
            </a:r>
            <a:r>
              <a:rPr lang="fr-FR" dirty="0"/>
              <a:t>. </a:t>
            </a:r>
            <a:r>
              <a:rPr lang="fr-FR" dirty="0" err="1"/>
              <a:t>Viaje</a:t>
            </a:r>
            <a:r>
              <a:rPr lang="fr-FR" dirty="0"/>
              <a:t> este </a:t>
            </a:r>
            <a:br>
              <a:rPr lang="fr-FR" dirty="0"/>
            </a:br>
            <a:r>
              <a:rPr lang="fr-FR" dirty="0" err="1"/>
              <a:t>dolores</a:t>
            </a:r>
            <a:r>
              <a:rPr lang="fr-FR" dirty="0"/>
              <a:t> magma </a:t>
            </a:r>
            <a:r>
              <a:rPr lang="fr-FR" dirty="0" err="1"/>
              <a:t>nummin</a:t>
            </a:r>
            <a:r>
              <a:rPr lang="fr-FR" dirty="0"/>
              <a:t>.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945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3EB1511-8453-39ED-C4FA-8A4A74DCD27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EB1567-917A-A8FE-4B0C-43E84C57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A8840E-8CB2-FBDD-A7FF-88F7C235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6DDEC0-7DD3-8871-A536-EFADFCC1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48CE12F-8AC8-C73B-68B6-B6619AFF7D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62976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C310652-51A8-CA4B-F26F-90AD8F8B1A0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4CC20C-492D-DCC6-5E06-C3413180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0FD687-7406-CEFE-DD2D-4CF2E99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D9000F-230D-4AF4-86B2-07012F6F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C3867DC-F206-68C8-936C-66CB9075A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</p:txBody>
      </p:sp>
    </p:spTree>
    <p:extLst>
      <p:ext uri="{BB962C8B-B14F-4D97-AF65-F5344CB8AC3E}">
        <p14:creationId xmlns:p14="http://schemas.microsoft.com/office/powerpoint/2010/main" val="345272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C0FA66E-BD88-5F29-CFC2-15DF5F16EC0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420D88-C164-F57F-60FF-34B92384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7415A0-70E8-51E1-AA0E-E354217F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169CCB-FA41-8CC5-1068-8794EC2B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0E7A9E5-F09E-6777-458F-01FCFD79D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7264625-7DEF-7922-2C10-EB91A3CA2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/>
          <a:p>
            <a:r>
              <a:rPr lang="fr-FR" dirty="0"/>
              <a:t>15 000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C9455BC-F285-7035-78CB-17BBD9151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/>
          <a:p>
            <a:r>
              <a:rPr lang="fr-FR" dirty="0"/>
              <a:t>400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1A10B6B1-4840-3C9C-5BE7-75A09CDD4ED3}"/>
              </a:ext>
            </a:extLst>
          </p:cNvPr>
          <p:cNvSpPr>
            <a:spLocks noChangeAspect="1"/>
          </p:cNvSpPr>
          <p:nvPr/>
        </p:nvSpPr>
        <p:spPr bwMode="gray">
          <a:xfrm>
            <a:off x="6490832" y="2913393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reeform 25">
            <a:extLst>
              <a:ext uri="{FF2B5EF4-FFF2-40B4-BE49-F238E27FC236}">
                <a16:creationId xmlns:a16="http://schemas.microsoft.com/office/drawing/2014/main" id="{C1F3407F-933A-0670-966B-BDFE8B604D22}"/>
              </a:ext>
            </a:extLst>
          </p:cNvPr>
          <p:cNvSpPr>
            <a:spLocks noChangeAspect="1"/>
          </p:cNvSpPr>
          <p:nvPr/>
        </p:nvSpPr>
        <p:spPr bwMode="gray">
          <a:xfrm>
            <a:off x="9718115" y="3035087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8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12B8E4C4-6B65-3B94-4A6C-1C001D3B9DC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846FA5-CD04-30CB-5E36-C9B6771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8BF569-B866-46E2-A9B8-F8E5E8E9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594431-A6AF-58C6-17F9-B93FACB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E653710-66B3-ADA0-8D55-E58199AC21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</a:t>
            </a:r>
            <a:r>
              <a:rPr lang="fr-FR" dirty="0" err="1"/>
              <a:t>uspen</a:t>
            </a:r>
            <a:r>
              <a:rPr lang="fr-FR" dirty="0"/>
              <a:t> disse :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2FF14B7-000A-D1CF-75EF-A017B8E88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AB40EFF3-5473-A995-DC78-B337DC09C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250C0289-35FD-ED58-80B7-FFE7B03CF3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46116046-91CA-2267-0AA2-FB76C1EA75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4F5F87B-EA09-BD17-1FDF-D6F88D538D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420A771-3D12-69A2-AF5E-5934B1AFDB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243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E4A13AB-FAE5-66F3-1E56-0562C8295B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D2E006-51D7-4E9B-078A-0B4DC4DFFCFF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C70E6-5C54-BD50-4D9E-D458D6DBB2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00AE4A-D69F-3691-EC72-988D190353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ametar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seduges</a:t>
            </a:r>
            <a:r>
              <a:rPr lang="fr-FR" dirty="0"/>
              <a:t> pretium eu </a:t>
            </a:r>
            <a:r>
              <a:rPr lang="fr-FR" dirty="0" err="1"/>
              <a:t>onsect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Prénom nom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097021-E0C3-F57C-B78F-44C6FF4AF66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AF26B0B-364A-3582-9A10-7D844C2AFD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62A36BE-B8FF-2582-8128-33214F2A56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DF18A4C-3EA3-6F02-6BF4-222D66C386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E2DEBAB-B31B-8A78-3002-A7DD9D7B95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040F108-B976-A959-1171-36B8C86A46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49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B1F228A9-55C7-3B0D-62F7-FBB2B1A2B4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6BAB1E-03B1-E66E-AFFF-6EFE7774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C7FF4-0F10-24B2-041F-7DD3EFA2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202470-2700-1174-C208-7EFEF015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C194CB8-70A6-370F-70FA-8807C0364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sed</a:t>
            </a:r>
            <a:r>
              <a:rPr lang="fr-FR" dirty="0"/>
              <a:t>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D70087F-0251-979F-A21C-103137734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655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6C424BE0-29A3-20E7-B8E4-14202601644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Grand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CF3A3C-1150-7373-5D9E-C125E828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D9DC9B-3B18-5C40-45F5-37025FAE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72A908-20C6-D827-A309-F81E1CB9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E74CF55-295C-7663-9CB3-D82CD3CB2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095999" y="1276348"/>
            <a:ext cx="4345860" cy="4648201"/>
          </a:xfrm>
        </p:spPr>
        <p:txBody>
          <a:bodyPr/>
          <a:lstStyle/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br>
              <a:rPr lang="fr-FR" dirty="0"/>
            </a:b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r>
              <a:rPr lang="fr-FR" i="1" dirty="0" err="1"/>
              <a:t>Vestibulum</a:t>
            </a:r>
            <a:r>
              <a:rPr lang="fr-FR" i="1" dirty="0"/>
              <a:t> </a:t>
            </a:r>
            <a:r>
              <a:rPr lang="fr-FR" i="1" dirty="0" err="1"/>
              <a:t>gravida</a:t>
            </a:r>
            <a:r>
              <a:rPr lang="fr-FR" i="1" dirty="0"/>
              <a:t> porta </a:t>
            </a:r>
            <a:r>
              <a:rPr lang="fr-FR" i="1" dirty="0" err="1"/>
              <a:t>augue</a:t>
            </a:r>
            <a:r>
              <a:rPr lang="fr-FR" i="1" dirty="0"/>
              <a:t>, non </a:t>
            </a:r>
            <a:r>
              <a:rPr lang="fr-FR" i="1" dirty="0" err="1"/>
              <a:t>dignissim</a:t>
            </a:r>
            <a:r>
              <a:rPr lang="fr-FR" i="1" dirty="0"/>
              <a:t> </a:t>
            </a:r>
            <a:r>
              <a:rPr lang="fr-FR" i="1" dirty="0" err="1"/>
              <a:t>lectus</a:t>
            </a:r>
            <a:r>
              <a:rPr lang="fr-FR" i="1" dirty="0"/>
              <a:t> </a:t>
            </a:r>
            <a:r>
              <a:rPr lang="fr-FR" i="1" dirty="0" err="1"/>
              <a:t>scelerisque</a:t>
            </a:r>
            <a:r>
              <a:rPr lang="fr-FR" i="1" dirty="0"/>
              <a:t> non. In </a:t>
            </a:r>
            <a:r>
              <a:rPr lang="fr-FR" i="1" dirty="0" err="1"/>
              <a:t>turpis</a:t>
            </a:r>
            <a:r>
              <a:rPr lang="fr-FR" i="1" dirty="0"/>
              <a:t> mi, </a:t>
            </a:r>
            <a:r>
              <a:rPr lang="fr-FR" i="1" dirty="0" err="1"/>
              <a:t>hendrerit</a:t>
            </a:r>
            <a:r>
              <a:rPr lang="fr-FR" i="1" dirty="0"/>
              <a:t> </a:t>
            </a:r>
            <a:r>
              <a:rPr lang="fr-FR" i="1" dirty="0" err="1"/>
              <a:t>sit</a:t>
            </a:r>
            <a:r>
              <a:rPr lang="fr-FR" i="1" dirty="0"/>
              <a:t> </a:t>
            </a:r>
            <a:r>
              <a:rPr lang="fr-FR" i="1" dirty="0" err="1"/>
              <a:t>amet</a:t>
            </a:r>
            <a:r>
              <a:rPr lang="fr-FR" i="1" dirty="0"/>
              <a:t> ipsum id, </a:t>
            </a:r>
            <a:r>
              <a:rPr lang="fr-FR" i="1" dirty="0" err="1"/>
              <a:t>facilisis</a:t>
            </a:r>
            <a:r>
              <a:rPr lang="fr-FR" i="1" dirty="0"/>
              <a:t> </a:t>
            </a:r>
            <a:r>
              <a:rPr lang="fr-FR" i="1" dirty="0" err="1"/>
              <a:t>mattis</a:t>
            </a:r>
            <a:r>
              <a:rPr lang="fr-FR" i="1" dirty="0"/>
              <a:t> </a:t>
            </a:r>
            <a:r>
              <a:rPr lang="fr-FR" i="1" dirty="0" err="1"/>
              <a:t>lacus</a:t>
            </a:r>
            <a:r>
              <a:rPr lang="fr-FR" i="1" dirty="0"/>
              <a:t>. Morbi </a:t>
            </a:r>
            <a:r>
              <a:rPr lang="fr-FR" i="1" dirty="0" err="1"/>
              <a:t>gravida</a:t>
            </a:r>
            <a:r>
              <a:rPr lang="fr-FR" i="1" dirty="0"/>
              <a:t> dictum </a:t>
            </a:r>
            <a:r>
              <a:rPr lang="fr-FR" i="1" dirty="0" err="1"/>
              <a:t>enim</a:t>
            </a:r>
            <a:r>
              <a:rPr lang="fr-FR" i="1" dirty="0"/>
              <a:t> in </a:t>
            </a:r>
            <a:r>
              <a:rPr lang="fr-FR" i="1" dirty="0" err="1"/>
              <a:t>interdum</a:t>
            </a:r>
            <a:r>
              <a:rPr lang="fr-FR" i="1" dirty="0"/>
              <a:t>. Sed eu </a:t>
            </a:r>
            <a:r>
              <a:rPr lang="fr-FR" i="1" dirty="0" err="1"/>
              <a:t>congue</a:t>
            </a:r>
            <a:r>
              <a:rPr lang="fr-FR" i="1" dirty="0"/>
              <a:t> est, nec </a:t>
            </a:r>
            <a:r>
              <a:rPr lang="fr-FR" i="1" dirty="0" err="1"/>
              <a:t>pharetra</a:t>
            </a:r>
            <a:r>
              <a:rPr lang="fr-FR" i="1" dirty="0"/>
              <a:t> </a:t>
            </a:r>
            <a:r>
              <a:rPr lang="fr-FR" i="1" dirty="0" err="1"/>
              <a:t>felis</a:t>
            </a:r>
            <a:r>
              <a:rPr lang="fr-FR" i="1" dirty="0"/>
              <a:t> </a:t>
            </a:r>
            <a:r>
              <a:rPr lang="fr-FR" i="1" dirty="0" err="1"/>
              <a:t>lorem</a:t>
            </a:r>
            <a:r>
              <a:rPr lang="fr-FR" i="1" dirty="0"/>
              <a:t> </a:t>
            </a:r>
            <a:r>
              <a:rPr lang="fr-FR" i="1" dirty="0" err="1"/>
              <a:t>impsum</a:t>
            </a:r>
            <a:r>
              <a:rPr lang="fr-FR" i="1" dirty="0"/>
              <a:t> </a:t>
            </a:r>
            <a:r>
              <a:rPr lang="fr-FR" i="1" dirty="0" err="1"/>
              <a:t>dolor</a:t>
            </a:r>
            <a:r>
              <a:rPr lang="fr-FR" i="1" dirty="0"/>
              <a:t>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FD41848-1FB1-9BEA-2E43-9369D3A7ED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8BE873-87D7-30EB-BDD4-4F39E2AF9C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3F3A81F9-51D3-54E8-F6E1-A8D6D33893AF}"/>
              </a:ext>
            </a:extLst>
          </p:cNvPr>
          <p:cNvSpPr>
            <a:spLocks noChangeAspect="1"/>
          </p:cNvSpPr>
          <p:nvPr/>
        </p:nvSpPr>
        <p:spPr bwMode="gray">
          <a:xfrm>
            <a:off x="940423" y="3869854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C9331FE-D3E2-EE3D-D97F-D476919369BE}"/>
              </a:ext>
            </a:extLst>
          </p:cNvPr>
          <p:cNvSpPr>
            <a:spLocks noChangeAspect="1"/>
          </p:cNvSpPr>
          <p:nvPr/>
        </p:nvSpPr>
        <p:spPr bwMode="gray">
          <a:xfrm>
            <a:off x="3042150" y="3768696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06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DB90D5-9374-E3BB-E1D5-0B2D014E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7D1AF6-6124-46D1-F043-458987E3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85E759-3205-0C0A-B85E-727D01DD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B08D32-6875-99C5-C165-D79539E3A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F1B8E31-CCC9-C956-C760-BAB02B2909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2FF7624-3A6F-4BF1-E4EA-55B30CA906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C33530E-5D7D-5E03-D48A-D09E729E2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C5EE7E-DE17-7661-CFB6-0772656EA0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2A07815-99BA-E720-AA6F-0BC121774586}"/>
              </a:ext>
            </a:extLst>
          </p:cNvPr>
          <p:cNvSpPr>
            <a:spLocks noChangeAspect="1"/>
          </p:cNvSpPr>
          <p:nvPr/>
        </p:nvSpPr>
        <p:spPr bwMode="gray">
          <a:xfrm>
            <a:off x="8288328" y="2538520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745BE738-A544-9599-B018-94B7C716242C}"/>
              </a:ext>
            </a:extLst>
          </p:cNvPr>
          <p:cNvSpPr>
            <a:spLocks noChangeAspect="1"/>
          </p:cNvSpPr>
          <p:nvPr/>
        </p:nvSpPr>
        <p:spPr bwMode="gray">
          <a:xfrm>
            <a:off x="6283845" y="2527875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0C5B2CCF-4D84-6168-FE82-E9E5FEBE077A}"/>
              </a:ext>
            </a:extLst>
          </p:cNvPr>
          <p:cNvSpPr>
            <a:spLocks noChangeAspect="1"/>
          </p:cNvSpPr>
          <p:nvPr/>
        </p:nvSpPr>
        <p:spPr bwMode="gray">
          <a:xfrm>
            <a:off x="10310686" y="2756179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36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C6629F-6BD1-0510-4D93-8CA4C81DA0F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sz="2500" b="0" dirty="0">
                <a:latin typeface="Aptos Black" panose="020B0004020202020204" pitchFamily="34" charset="0"/>
              </a:rPr>
              <a:t>Lorem ipsum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sit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amet</a:t>
            </a:r>
            <a:r>
              <a:rPr lang="fr-FR" sz="2500" b="0" dirty="0">
                <a:latin typeface="Aptos Black" panose="020B0004020202020204" pitchFamily="34" charset="0"/>
              </a:rPr>
              <a:t>, cons </a:t>
            </a:r>
            <a:r>
              <a:rPr lang="fr-FR" sz="2500" b="0" dirty="0" err="1">
                <a:latin typeface="Aptos Black" panose="020B0004020202020204" pitchFamily="34" charset="0"/>
              </a:rPr>
              <a:t>ect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etur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, tristique </a:t>
            </a:r>
            <a:r>
              <a:rPr lang="fr-FR" sz="2500" b="0" dirty="0" err="1">
                <a:latin typeface="Aptos Black" panose="020B0004020202020204" pitchFamily="34" charset="0"/>
              </a:rPr>
              <a:t>sed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consectetur</a:t>
            </a:r>
            <a:endParaRPr lang="fr-FR" sz="2500" b="0" dirty="0">
              <a:latin typeface="Aptos Black" panose="020B00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B2359A-CFD1-CE27-D1E4-B2A4B820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FA3363-F84B-E93B-A41A-4BF49053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890948-2F07-C218-313D-7715766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320909A-599D-3881-D1A9-5CBA295E19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52BF83-914D-2646-2B8F-A081CF1FC2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8354E64-76AD-FFC3-009B-90DA794613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590D9EB-418B-06E4-D151-9A38E84748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9FF8E41-FF36-909D-D44E-D9C3203D90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1F51019-DAB8-10E5-1BF0-165F3AAF74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98E0BE4-4045-943C-AEB9-C8A1CB0E10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fr-FR" dirty="0"/>
              <a:t>3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9A4AEFA-32E3-C57D-2A8F-6AFE20DBEE2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994A5BC-C067-E8A2-D945-9DD3E639E3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fr-FR" dirty="0"/>
              <a:t>4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A68A4C8-AEC8-7689-8D17-77896BEFD7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3D32EC-C6F6-7ED7-31D1-C91CE1D802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fr-FR" dirty="0"/>
              <a:t>5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FE34BE0-CA95-2984-1A69-4DF9E20A263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53C0C4A-9379-C55F-8592-5EFB2C93CDC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6364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DEFCC010-680D-FA61-BB66-27C7937D155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596751-35A4-7378-42E1-B2708BF9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91EB09-E7F5-1612-14E4-A5C6AB59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E82C7B-E222-9F9C-1F9E-72AB5776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66A0996-5D12-BC8C-1EEB-B9A800E72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</a:t>
            </a:r>
            <a:r>
              <a:rPr lang="fr-FR" dirty="0" err="1"/>
              <a:t>por</a:t>
            </a:r>
            <a:r>
              <a:rPr lang="fr-FR" dirty="0"/>
              <a:t> 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 orbi </a:t>
            </a:r>
            <a:r>
              <a:rPr lang="fr-FR" dirty="0" err="1"/>
              <a:t>gravida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br>
              <a:rPr lang="fr-FR" dirty="0"/>
            </a:b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.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EDF69471-695F-F5AC-4D13-57DDC9BC40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BB76C18-62A9-7260-AF55-EF21666628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fr-FR" dirty="0"/>
              <a:t>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 </a:t>
            </a:r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non.  </a:t>
            </a:r>
            <a:r>
              <a:rPr lang="fr-FR" dirty="0" err="1"/>
              <a:t>Vesti</a:t>
            </a:r>
            <a:r>
              <a:rPr lang="fr-FR" dirty="0"/>
              <a:t> bu </a:t>
            </a:r>
            <a:r>
              <a:rPr lang="fr-FR" dirty="0" err="1"/>
              <a:t>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</a:t>
            </a:r>
            <a:r>
              <a:rPr lang="fr-FR" dirty="0"/>
              <a:t> </a:t>
            </a:r>
            <a:r>
              <a:rPr lang="fr-FR" dirty="0" err="1"/>
              <a:t>nis</a:t>
            </a:r>
            <a:r>
              <a:rPr lang="fr-FR" dirty="0"/>
              <a:t> </a:t>
            </a:r>
            <a:r>
              <a:rPr lang="fr-FR" dirty="0" err="1"/>
              <a:t>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506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666A84-FCDD-7D85-692F-B7DB43FC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96E150-6B2B-60B1-A72F-8F0BAC27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A270C2-D0D2-6431-DE23-31577AF1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A9131B8-5938-3A00-A8AC-6D2518F2B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“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consectetur</a:t>
            </a:r>
            <a:r>
              <a:rPr lang="fr-FR" dirty="0"/>
              <a:t> ”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BAF99A4-75F7-FA1E-CA81-2818B423AB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6F308DE9-69EF-19A3-DA06-430A7BCE9B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31022593-65C5-15E5-8995-2F264C4A7D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795A30FA-08C8-CB9E-357A-5B49A51A94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</a:t>
            </a:r>
            <a:r>
              <a:rPr lang="fr-FR" dirty="0" err="1"/>
              <a:t>intuitivo</a:t>
            </a:r>
            <a:r>
              <a:rPr lang="fr-FR" dirty="0"/>
              <a:t> </a:t>
            </a:r>
            <a:r>
              <a:rPr lang="fr-FR" dirty="0" err="1"/>
              <a:t>homemes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9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EEAF12-4494-0752-B98C-2A933185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21/11/2024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06CD341-CAF3-444A-9F3D-7DC48B2F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AE20BC-A541-4987-A3C9-5FCF99C7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CB8ADDC-6EC3-31E3-D9C0-EC4D9269935B}"/>
              </a:ext>
            </a:extLst>
          </p:cNvPr>
          <p:cNvSpPr>
            <a:spLocks noChangeAspect="1"/>
          </p:cNvSpPr>
          <p:nvPr/>
        </p:nvSpPr>
        <p:spPr bwMode="gray">
          <a:xfrm>
            <a:off x="6611181" y="2953523"/>
            <a:ext cx="747609" cy="932124"/>
          </a:xfrm>
          <a:custGeom>
            <a:avLst/>
            <a:gdLst>
              <a:gd name="connsiteX0" fmla="*/ 360174 w 747609"/>
              <a:gd name="connsiteY0" fmla="*/ 557131 h 932124"/>
              <a:gd name="connsiteX1" fmla="*/ 382690 w 747609"/>
              <a:gd name="connsiteY1" fmla="*/ 569609 h 932124"/>
              <a:gd name="connsiteX2" fmla="*/ 561281 w 747609"/>
              <a:gd name="connsiteY2" fmla="*/ 247287 h 932124"/>
              <a:gd name="connsiteX3" fmla="*/ 671511 w 747609"/>
              <a:gd name="connsiteY3" fmla="*/ 239705 h 932124"/>
              <a:gd name="connsiteX4" fmla="*/ 747610 w 747609"/>
              <a:gd name="connsiteY4" fmla="*/ 102415 h 932124"/>
              <a:gd name="connsiteX5" fmla="*/ 622058 w 747609"/>
              <a:gd name="connsiteY5" fmla="*/ 111053 h 932124"/>
              <a:gd name="connsiteX6" fmla="*/ 562849 w 747609"/>
              <a:gd name="connsiteY6" fmla="*/ 0 h 932124"/>
              <a:gd name="connsiteX7" fmla="*/ 486746 w 747609"/>
              <a:gd name="connsiteY7" fmla="*/ 137290 h 932124"/>
              <a:gd name="connsiteX8" fmla="*/ 538753 w 747609"/>
              <a:gd name="connsiteY8" fmla="*/ 234834 h 932124"/>
              <a:gd name="connsiteX9" fmla="*/ 360174 w 747609"/>
              <a:gd name="connsiteY9" fmla="*/ 557131 h 932124"/>
              <a:gd name="connsiteX10" fmla="*/ 622486 w 747609"/>
              <a:gd name="connsiteY10" fmla="*/ 136827 h 932124"/>
              <a:gd name="connsiteX11" fmla="*/ 702143 w 747609"/>
              <a:gd name="connsiteY11" fmla="*/ 131344 h 932124"/>
              <a:gd name="connsiteX12" fmla="*/ 655779 w 747609"/>
              <a:gd name="connsiteY12" fmla="*/ 214985 h 932124"/>
              <a:gd name="connsiteX13" fmla="*/ 576146 w 747609"/>
              <a:gd name="connsiteY13" fmla="*/ 220463 h 932124"/>
              <a:gd name="connsiteX14" fmla="*/ 622486 w 747609"/>
              <a:gd name="connsiteY14" fmla="*/ 136827 h 932124"/>
              <a:gd name="connsiteX15" fmla="*/ 516046 w 747609"/>
              <a:gd name="connsiteY15" fmla="*/ 137530 h 932124"/>
              <a:gd name="connsiteX16" fmla="*/ 562405 w 747609"/>
              <a:gd name="connsiteY16" fmla="*/ 53893 h 932124"/>
              <a:gd name="connsiteX17" fmla="*/ 599971 w 747609"/>
              <a:gd name="connsiteY17" fmla="*/ 124349 h 932124"/>
              <a:gd name="connsiteX18" fmla="*/ 553620 w 747609"/>
              <a:gd name="connsiteY18" fmla="*/ 208000 h 932124"/>
              <a:gd name="connsiteX19" fmla="*/ 516046 w 747609"/>
              <a:gd name="connsiteY19" fmla="*/ 137530 h 932124"/>
              <a:gd name="connsiteX20" fmla="*/ 591181 w 747609"/>
              <a:gd name="connsiteY20" fmla="*/ 283634 h 932124"/>
              <a:gd name="connsiteX21" fmla="*/ 580476 w 747609"/>
              <a:gd name="connsiteY21" fmla="*/ 303060 h 932124"/>
              <a:gd name="connsiteX22" fmla="*/ 647895 w 747609"/>
              <a:gd name="connsiteY22" fmla="*/ 746719 h 932124"/>
              <a:gd name="connsiteX23" fmla="*/ 216328 w 747609"/>
              <a:gd name="connsiteY23" fmla="*/ 851333 h 932124"/>
              <a:gd name="connsiteX24" fmla="*/ 79094 w 747609"/>
              <a:gd name="connsiteY24" fmla="*/ 436418 h 932124"/>
              <a:gd name="connsiteX25" fmla="*/ 471312 w 747609"/>
              <a:gd name="connsiteY25" fmla="*/ 267786 h 932124"/>
              <a:gd name="connsiteX26" fmla="*/ 502948 w 747609"/>
              <a:gd name="connsiteY26" fmla="*/ 211227 h 932124"/>
              <a:gd name="connsiteX27" fmla="*/ 221773 w 747609"/>
              <a:gd name="connsiteY27" fmla="*/ 220980 h 932124"/>
              <a:gd name="connsiteX28" fmla="*/ 89363 w 747609"/>
              <a:gd name="connsiteY28" fmla="*/ 803639 h 932124"/>
              <a:gd name="connsiteX29" fmla="*/ 460697 w 747609"/>
              <a:gd name="connsiteY29" fmla="*/ 920158 h 932124"/>
              <a:gd name="connsiteX30" fmla="*/ 726975 w 747609"/>
              <a:gd name="connsiteY30" fmla="*/ 506841 h 932124"/>
              <a:gd name="connsiteX31" fmla="*/ 591181 w 747609"/>
              <a:gd name="connsiteY31" fmla="*/ 283634 h 932124"/>
              <a:gd name="connsiteX32" fmla="*/ 446667 w 747609"/>
              <a:gd name="connsiteY32" fmla="*/ 311848 h 932124"/>
              <a:gd name="connsiteX33" fmla="*/ 446796 w 747609"/>
              <a:gd name="connsiteY33" fmla="*/ 311409 h 932124"/>
              <a:gd name="connsiteX34" fmla="*/ 259098 w 747609"/>
              <a:gd name="connsiteY34" fmla="*/ 328933 h 932124"/>
              <a:gd name="connsiteX35" fmla="*/ 248701 w 747609"/>
              <a:gd name="connsiteY35" fmla="*/ 788264 h 932124"/>
              <a:gd name="connsiteX36" fmla="*/ 428110 w 747609"/>
              <a:gd name="connsiteY36" fmla="*/ 810801 h 932124"/>
              <a:gd name="connsiteX37" fmla="*/ 535183 w 747609"/>
              <a:gd name="connsiteY37" fmla="*/ 385251 h 932124"/>
              <a:gd name="connsiteX38" fmla="*/ 524477 w 747609"/>
              <a:gd name="connsiteY38" fmla="*/ 404679 h 932124"/>
              <a:gd name="connsiteX39" fmla="*/ 589699 w 747609"/>
              <a:gd name="connsiteY39" fmla="*/ 539889 h 932124"/>
              <a:gd name="connsiteX40" fmla="*/ 491865 w 747609"/>
              <a:gd name="connsiteY40" fmla="*/ 744531 h 932124"/>
              <a:gd name="connsiteX41" fmla="*/ 174634 w 747609"/>
              <a:gd name="connsiteY41" fmla="*/ 634264 h 932124"/>
              <a:gd name="connsiteX42" fmla="*/ 355875 w 747609"/>
              <a:gd name="connsiteY42" fmla="*/ 364402 h 932124"/>
              <a:gd name="connsiteX43" fmla="*/ 414520 w 747609"/>
              <a:gd name="connsiteY43" fmla="*/ 369319 h 932124"/>
              <a:gd name="connsiteX44" fmla="*/ 446667 w 747609"/>
              <a:gd name="connsiteY44" fmla="*/ 311848 h 932124"/>
              <a:gd name="connsiteX45" fmla="*/ 324926 w 747609"/>
              <a:gd name="connsiteY45" fmla="*/ 491111 h 932124"/>
              <a:gd name="connsiteX46" fmla="*/ 351908 w 747609"/>
              <a:gd name="connsiteY46" fmla="*/ 481258 h 932124"/>
              <a:gd name="connsiteX47" fmla="*/ 387858 w 747609"/>
              <a:gd name="connsiteY47" fmla="*/ 416988 h 932124"/>
              <a:gd name="connsiteX48" fmla="*/ 371331 w 747609"/>
              <a:gd name="connsiteY48" fmla="*/ 416425 h 932124"/>
              <a:gd name="connsiteX49" fmla="*/ 339776 w 747609"/>
              <a:gd name="connsiteY49" fmla="*/ 420761 h 932124"/>
              <a:gd name="connsiteX50" fmla="*/ 239209 w 747609"/>
              <a:gd name="connsiteY50" fmla="*/ 615879 h 932124"/>
              <a:gd name="connsiteX51" fmla="*/ 472053 w 747609"/>
              <a:gd name="connsiteY51" fmla="*/ 653773 h 932124"/>
              <a:gd name="connsiteX52" fmla="*/ 476539 w 747609"/>
              <a:gd name="connsiteY52" fmla="*/ 491672 h 932124"/>
              <a:gd name="connsiteX53" fmla="*/ 464382 w 747609"/>
              <a:gd name="connsiteY53" fmla="*/ 513734 h 932124"/>
              <a:gd name="connsiteX54" fmla="*/ 475711 w 747609"/>
              <a:gd name="connsiteY54" fmla="*/ 569199 h 932124"/>
              <a:gd name="connsiteX55" fmla="*/ 323737 w 747609"/>
              <a:gd name="connsiteY55" fmla="*/ 649006 h 932124"/>
              <a:gd name="connsiteX56" fmla="*/ 324926 w 747609"/>
              <a:gd name="connsiteY56" fmla="*/ 491111 h 9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09" h="932124">
                <a:moveTo>
                  <a:pt x="360174" y="557131"/>
                </a:moveTo>
                <a:lnTo>
                  <a:pt x="382690" y="569609"/>
                </a:lnTo>
                <a:lnTo>
                  <a:pt x="561281" y="247287"/>
                </a:lnTo>
                <a:lnTo>
                  <a:pt x="671511" y="239705"/>
                </a:lnTo>
                <a:lnTo>
                  <a:pt x="747610" y="102415"/>
                </a:lnTo>
                <a:lnTo>
                  <a:pt x="622058" y="111053"/>
                </a:lnTo>
                <a:lnTo>
                  <a:pt x="562849" y="0"/>
                </a:lnTo>
                <a:lnTo>
                  <a:pt x="486746" y="137290"/>
                </a:lnTo>
                <a:lnTo>
                  <a:pt x="538753" y="234834"/>
                </a:lnTo>
                <a:lnTo>
                  <a:pt x="360174" y="557131"/>
                </a:lnTo>
                <a:close/>
                <a:moveTo>
                  <a:pt x="622486" y="136827"/>
                </a:moveTo>
                <a:lnTo>
                  <a:pt x="702143" y="131344"/>
                </a:lnTo>
                <a:lnTo>
                  <a:pt x="655779" y="214985"/>
                </a:lnTo>
                <a:lnTo>
                  <a:pt x="576146" y="220463"/>
                </a:lnTo>
                <a:lnTo>
                  <a:pt x="622486" y="136827"/>
                </a:lnTo>
                <a:close/>
                <a:moveTo>
                  <a:pt x="516046" y="137530"/>
                </a:moveTo>
                <a:lnTo>
                  <a:pt x="562405" y="53893"/>
                </a:lnTo>
                <a:lnTo>
                  <a:pt x="599971" y="124349"/>
                </a:lnTo>
                <a:lnTo>
                  <a:pt x="553620" y="208000"/>
                </a:lnTo>
                <a:lnTo>
                  <a:pt x="516046" y="137530"/>
                </a:lnTo>
                <a:close/>
                <a:moveTo>
                  <a:pt x="591181" y="283634"/>
                </a:moveTo>
                <a:lnTo>
                  <a:pt x="580476" y="303060"/>
                </a:lnTo>
                <a:cubicBezTo>
                  <a:pt x="711057" y="406912"/>
                  <a:pt x="745186" y="605693"/>
                  <a:pt x="647895" y="746719"/>
                </a:cubicBezTo>
                <a:cubicBezTo>
                  <a:pt x="555800" y="887112"/>
                  <a:pt x="361922" y="934759"/>
                  <a:pt x="216328" y="851333"/>
                </a:cubicBezTo>
                <a:cubicBezTo>
                  <a:pt x="71122" y="771457"/>
                  <a:pt x="9003" y="586950"/>
                  <a:pt x="79094" y="436418"/>
                </a:cubicBezTo>
                <a:cubicBezTo>
                  <a:pt x="147607" y="284077"/>
                  <a:pt x="325747" y="213526"/>
                  <a:pt x="471312" y="267786"/>
                </a:cubicBezTo>
                <a:lnTo>
                  <a:pt x="502948" y="211227"/>
                </a:lnTo>
                <a:cubicBezTo>
                  <a:pt x="413098" y="176361"/>
                  <a:pt x="308891" y="182243"/>
                  <a:pt x="221773" y="220980"/>
                </a:cubicBezTo>
                <a:cubicBezTo>
                  <a:pt x="-4973" y="321656"/>
                  <a:pt x="-73274" y="615335"/>
                  <a:pt x="89363" y="803639"/>
                </a:cubicBezTo>
                <a:cubicBezTo>
                  <a:pt x="178037" y="909065"/>
                  <a:pt x="327823" y="956167"/>
                  <a:pt x="460697" y="920158"/>
                </a:cubicBezTo>
                <a:cubicBezTo>
                  <a:pt x="641218" y="874111"/>
                  <a:pt x="760813" y="690376"/>
                  <a:pt x="726975" y="506841"/>
                </a:cubicBezTo>
                <a:cubicBezTo>
                  <a:pt x="712031" y="418400"/>
                  <a:pt x="661702" y="337508"/>
                  <a:pt x="591181" y="283634"/>
                </a:cubicBezTo>
                <a:close/>
                <a:moveTo>
                  <a:pt x="446667" y="311848"/>
                </a:moveTo>
                <a:cubicBezTo>
                  <a:pt x="446667" y="311844"/>
                  <a:pt x="446796" y="311409"/>
                  <a:pt x="446796" y="311409"/>
                </a:cubicBezTo>
                <a:cubicBezTo>
                  <a:pt x="384746" y="293763"/>
                  <a:pt x="316679" y="300419"/>
                  <a:pt x="259098" y="328933"/>
                </a:cubicBezTo>
                <a:cubicBezTo>
                  <a:pt x="70993" y="420861"/>
                  <a:pt x="64235" y="689470"/>
                  <a:pt x="248701" y="788264"/>
                </a:cubicBezTo>
                <a:cubicBezTo>
                  <a:pt x="303169" y="817528"/>
                  <a:pt x="368249" y="825426"/>
                  <a:pt x="428110" y="810801"/>
                </a:cubicBezTo>
                <a:cubicBezTo>
                  <a:pt x="622102" y="762524"/>
                  <a:pt x="684704" y="518235"/>
                  <a:pt x="535183" y="385251"/>
                </a:cubicBezTo>
                <a:lnTo>
                  <a:pt x="524477" y="404679"/>
                </a:lnTo>
                <a:cubicBezTo>
                  <a:pt x="560984" y="440555"/>
                  <a:pt x="584737" y="489010"/>
                  <a:pt x="589699" y="539889"/>
                </a:cubicBezTo>
                <a:cubicBezTo>
                  <a:pt x="598180" y="619515"/>
                  <a:pt x="559282" y="701311"/>
                  <a:pt x="491865" y="744531"/>
                </a:cubicBezTo>
                <a:cubicBezTo>
                  <a:pt x="377242" y="820148"/>
                  <a:pt x="216246" y="765167"/>
                  <a:pt x="174634" y="634264"/>
                </a:cubicBezTo>
                <a:cubicBezTo>
                  <a:pt x="131804" y="507934"/>
                  <a:pt x="223037" y="371707"/>
                  <a:pt x="355875" y="364402"/>
                </a:cubicBezTo>
                <a:cubicBezTo>
                  <a:pt x="375606" y="362894"/>
                  <a:pt x="395436" y="364782"/>
                  <a:pt x="414520" y="369319"/>
                </a:cubicBezTo>
                <a:lnTo>
                  <a:pt x="446667" y="311848"/>
                </a:lnTo>
                <a:close/>
                <a:moveTo>
                  <a:pt x="324926" y="491111"/>
                </a:moveTo>
                <a:cubicBezTo>
                  <a:pt x="333335" y="486160"/>
                  <a:pt x="342481" y="482948"/>
                  <a:pt x="351908" y="481258"/>
                </a:cubicBezTo>
                <a:lnTo>
                  <a:pt x="387858" y="416988"/>
                </a:lnTo>
                <a:cubicBezTo>
                  <a:pt x="382768" y="416778"/>
                  <a:pt x="374961" y="416396"/>
                  <a:pt x="371331" y="416425"/>
                </a:cubicBezTo>
                <a:cubicBezTo>
                  <a:pt x="360770" y="416939"/>
                  <a:pt x="350034" y="418256"/>
                  <a:pt x="339776" y="420761"/>
                </a:cubicBezTo>
                <a:cubicBezTo>
                  <a:pt x="254876" y="440786"/>
                  <a:pt x="205209" y="535528"/>
                  <a:pt x="239209" y="615879"/>
                </a:cubicBezTo>
                <a:cubicBezTo>
                  <a:pt x="277591" y="711467"/>
                  <a:pt x="406661" y="733503"/>
                  <a:pt x="472053" y="653773"/>
                </a:cubicBezTo>
                <a:cubicBezTo>
                  <a:pt x="510670" y="608620"/>
                  <a:pt x="512388" y="538208"/>
                  <a:pt x="476539" y="491672"/>
                </a:cubicBezTo>
                <a:lnTo>
                  <a:pt x="464382" y="513734"/>
                </a:lnTo>
                <a:cubicBezTo>
                  <a:pt x="473191" y="530919"/>
                  <a:pt x="477307" y="550267"/>
                  <a:pt x="475711" y="569199"/>
                </a:cubicBezTo>
                <a:cubicBezTo>
                  <a:pt x="471230" y="644048"/>
                  <a:pt x="387070" y="689129"/>
                  <a:pt x="323737" y="649006"/>
                </a:cubicBezTo>
                <a:cubicBezTo>
                  <a:pt x="265127" y="612992"/>
                  <a:pt x="264771" y="524837"/>
                  <a:pt x="324926" y="49111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6FA3A69C-B102-3DEE-0803-4C85904493B8}"/>
              </a:ext>
            </a:extLst>
          </p:cNvPr>
          <p:cNvSpPr>
            <a:spLocks noChangeAspect="1"/>
          </p:cNvSpPr>
          <p:nvPr/>
        </p:nvSpPr>
        <p:spPr bwMode="gray">
          <a:xfrm>
            <a:off x="3321470" y="1464428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AF8B1798-7762-C446-8ACB-6158D2915AC8}"/>
              </a:ext>
            </a:extLst>
          </p:cNvPr>
          <p:cNvSpPr>
            <a:spLocks noChangeAspect="1"/>
          </p:cNvSpPr>
          <p:nvPr/>
        </p:nvSpPr>
        <p:spPr bwMode="gray">
          <a:xfrm>
            <a:off x="1795068" y="1458466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07152EE2-B012-F76C-9D39-B223217BA07E}"/>
              </a:ext>
            </a:extLst>
          </p:cNvPr>
          <p:cNvSpPr>
            <a:spLocks noChangeAspect="1"/>
          </p:cNvSpPr>
          <p:nvPr/>
        </p:nvSpPr>
        <p:spPr bwMode="gray">
          <a:xfrm>
            <a:off x="4846544" y="1580274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6CA741D-87E7-7DC3-EC55-7EDA8A866480}"/>
              </a:ext>
            </a:extLst>
          </p:cNvPr>
          <p:cNvSpPr>
            <a:spLocks noChangeAspect="1"/>
          </p:cNvSpPr>
          <p:nvPr/>
        </p:nvSpPr>
        <p:spPr bwMode="gray">
          <a:xfrm>
            <a:off x="8176513" y="3120737"/>
            <a:ext cx="760100" cy="618341"/>
          </a:xfrm>
          <a:custGeom>
            <a:avLst/>
            <a:gdLst>
              <a:gd name="connsiteX0" fmla="*/ 759989 w 760100"/>
              <a:gd name="connsiteY0" fmla="*/ 103659 h 618341"/>
              <a:gd name="connsiteX1" fmla="*/ 701429 w 760100"/>
              <a:gd name="connsiteY1" fmla="*/ 101486 h 618341"/>
              <a:gd name="connsiteX2" fmla="*/ 158943 w 760100"/>
              <a:gd name="connsiteY2" fmla="*/ 84483 h 618341"/>
              <a:gd name="connsiteX3" fmla="*/ 187054 w 760100"/>
              <a:gd name="connsiteY3" fmla="*/ 147898 h 618341"/>
              <a:gd name="connsiteX4" fmla="*/ 724588 w 760100"/>
              <a:gd name="connsiteY4" fmla="*/ 131055 h 618341"/>
              <a:gd name="connsiteX5" fmla="*/ 700845 w 760100"/>
              <a:gd name="connsiteY5" fmla="*/ 207087 h 618341"/>
              <a:gd name="connsiteX6" fmla="*/ 205725 w 760100"/>
              <a:gd name="connsiteY6" fmla="*/ 189286 h 618341"/>
              <a:gd name="connsiteX7" fmla="*/ 205725 w 760100"/>
              <a:gd name="connsiteY7" fmla="*/ 190020 h 618341"/>
              <a:gd name="connsiteX8" fmla="*/ 233486 w 760100"/>
              <a:gd name="connsiteY8" fmla="*/ 252643 h 618341"/>
              <a:gd name="connsiteX9" fmla="*/ 691764 w 760100"/>
              <a:gd name="connsiteY9" fmla="*/ 236168 h 618341"/>
              <a:gd name="connsiteX10" fmla="*/ 668137 w 760100"/>
              <a:gd name="connsiteY10" fmla="*/ 311832 h 618341"/>
              <a:gd name="connsiteX11" fmla="*/ 251922 w 760100"/>
              <a:gd name="connsiteY11" fmla="*/ 294233 h 618341"/>
              <a:gd name="connsiteX12" fmla="*/ 279824 w 760100"/>
              <a:gd name="connsiteY12" fmla="*/ 357177 h 618341"/>
              <a:gd name="connsiteX13" fmla="*/ 669736 w 760100"/>
              <a:gd name="connsiteY13" fmla="*/ 340694 h 618341"/>
              <a:gd name="connsiteX14" fmla="*/ 669884 w 760100"/>
              <a:gd name="connsiteY14" fmla="*/ 340740 h 618341"/>
              <a:gd name="connsiteX15" fmla="*/ 686298 w 760100"/>
              <a:gd name="connsiteY15" fmla="*/ 340040 h 618341"/>
              <a:gd name="connsiteX16" fmla="*/ 760100 w 760100"/>
              <a:gd name="connsiteY16" fmla="*/ 103694 h 618341"/>
              <a:gd name="connsiteX17" fmla="*/ 759989 w 760100"/>
              <a:gd name="connsiteY17" fmla="*/ 103659 h 618341"/>
              <a:gd name="connsiteX18" fmla="*/ 611455 w 760100"/>
              <a:gd name="connsiteY18" fmla="*/ 473660 h 618341"/>
              <a:gd name="connsiteX19" fmla="*/ 567994 w 760100"/>
              <a:gd name="connsiteY19" fmla="*/ 488311 h 618341"/>
              <a:gd name="connsiteX20" fmla="*/ 232970 w 760100"/>
              <a:gd name="connsiteY20" fmla="*/ 488311 h 618341"/>
              <a:gd name="connsiteX21" fmla="*/ 242133 w 760100"/>
              <a:gd name="connsiteY21" fmla="*/ 460723 h 618341"/>
              <a:gd name="connsiteX22" fmla="*/ 239977 w 760100"/>
              <a:gd name="connsiteY22" fmla="*/ 369008 h 618341"/>
              <a:gd name="connsiteX23" fmla="*/ 238177 w 760100"/>
              <a:gd name="connsiteY23" fmla="*/ 364485 h 618341"/>
              <a:gd name="connsiteX24" fmla="*/ 236586 w 760100"/>
              <a:gd name="connsiteY24" fmla="*/ 360767 h 618341"/>
              <a:gd name="connsiteX25" fmla="*/ 186641 w 760100"/>
              <a:gd name="connsiteY25" fmla="*/ 246528 h 618341"/>
              <a:gd name="connsiteX26" fmla="*/ 109564 w 760100"/>
              <a:gd name="connsiteY26" fmla="*/ 75854 h 618341"/>
              <a:gd name="connsiteX27" fmla="*/ 80518 w 760100"/>
              <a:gd name="connsiteY27" fmla="*/ 19745 h 618341"/>
              <a:gd name="connsiteX28" fmla="*/ 74473 w 760100"/>
              <a:gd name="connsiteY28" fmla="*/ 13668 h 618341"/>
              <a:gd name="connsiteX29" fmla="*/ 71431 w 760100"/>
              <a:gd name="connsiteY29" fmla="*/ 13071 h 618341"/>
              <a:gd name="connsiteX30" fmla="*/ 4911 w 760100"/>
              <a:gd name="connsiteY30" fmla="*/ 0 h 618341"/>
              <a:gd name="connsiteX31" fmla="*/ 0 w 760100"/>
              <a:gd name="connsiteY31" fmla="*/ 20785 h 618341"/>
              <a:gd name="connsiteX32" fmla="*/ 59865 w 760100"/>
              <a:gd name="connsiteY32" fmla="*/ 37353 h 618341"/>
              <a:gd name="connsiteX33" fmla="*/ 69579 w 760100"/>
              <a:gd name="connsiteY33" fmla="*/ 59437 h 618341"/>
              <a:gd name="connsiteX34" fmla="*/ 185436 w 760100"/>
              <a:gd name="connsiteY34" fmla="*/ 380690 h 618341"/>
              <a:gd name="connsiteX35" fmla="*/ 185589 w 760100"/>
              <a:gd name="connsiteY35" fmla="*/ 437683 h 618341"/>
              <a:gd name="connsiteX36" fmla="*/ 170518 w 760100"/>
              <a:gd name="connsiteY36" fmla="*/ 473782 h 618341"/>
              <a:gd name="connsiteX37" fmla="*/ 100590 w 760100"/>
              <a:gd name="connsiteY37" fmla="*/ 545998 h 618341"/>
              <a:gd name="connsiteX38" fmla="*/ 172929 w 760100"/>
              <a:gd name="connsiteY38" fmla="*/ 618341 h 618341"/>
              <a:gd name="connsiteX39" fmla="*/ 244933 w 760100"/>
              <a:gd name="connsiteY39" fmla="*/ 552667 h 618341"/>
              <a:gd name="connsiteX40" fmla="*/ 539455 w 760100"/>
              <a:gd name="connsiteY40" fmla="*/ 552667 h 618341"/>
              <a:gd name="connsiteX41" fmla="*/ 611455 w 760100"/>
              <a:gd name="connsiteY41" fmla="*/ 618341 h 618341"/>
              <a:gd name="connsiteX42" fmla="*/ 683798 w 760100"/>
              <a:gd name="connsiteY42" fmla="*/ 545998 h 618341"/>
              <a:gd name="connsiteX43" fmla="*/ 611455 w 760100"/>
              <a:gd name="connsiteY43" fmla="*/ 473660 h 618341"/>
              <a:gd name="connsiteX44" fmla="*/ 172929 w 760100"/>
              <a:gd name="connsiteY44" fmla="*/ 594034 h 618341"/>
              <a:gd name="connsiteX45" fmla="*/ 124898 w 760100"/>
              <a:gd name="connsiteY45" fmla="*/ 545998 h 618341"/>
              <a:gd name="connsiteX46" fmla="*/ 172929 w 760100"/>
              <a:gd name="connsiteY46" fmla="*/ 497968 h 618341"/>
              <a:gd name="connsiteX47" fmla="*/ 220963 w 760100"/>
              <a:gd name="connsiteY47" fmla="*/ 545998 h 618341"/>
              <a:gd name="connsiteX48" fmla="*/ 172929 w 760100"/>
              <a:gd name="connsiteY48" fmla="*/ 594034 h 618341"/>
              <a:gd name="connsiteX49" fmla="*/ 611455 w 760100"/>
              <a:gd name="connsiteY49" fmla="*/ 594034 h 618341"/>
              <a:gd name="connsiteX50" fmla="*/ 563425 w 760100"/>
              <a:gd name="connsiteY50" fmla="*/ 545998 h 618341"/>
              <a:gd name="connsiteX51" fmla="*/ 611455 w 760100"/>
              <a:gd name="connsiteY51" fmla="*/ 497968 h 618341"/>
              <a:gd name="connsiteX52" fmla="*/ 659490 w 760100"/>
              <a:gd name="connsiteY52" fmla="*/ 545998 h 618341"/>
              <a:gd name="connsiteX53" fmla="*/ 611455 w 760100"/>
              <a:gd name="connsiteY53" fmla="*/ 594034 h 61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60100" h="618341">
                <a:moveTo>
                  <a:pt x="759989" y="103659"/>
                </a:moveTo>
                <a:lnTo>
                  <a:pt x="701429" y="101486"/>
                </a:lnTo>
                <a:lnTo>
                  <a:pt x="158943" y="84483"/>
                </a:lnTo>
                <a:lnTo>
                  <a:pt x="187054" y="147898"/>
                </a:lnTo>
                <a:lnTo>
                  <a:pt x="724588" y="131055"/>
                </a:lnTo>
                <a:lnTo>
                  <a:pt x="700845" y="207087"/>
                </a:lnTo>
                <a:lnTo>
                  <a:pt x="205725" y="189286"/>
                </a:lnTo>
                <a:lnTo>
                  <a:pt x="205725" y="190020"/>
                </a:lnTo>
                <a:lnTo>
                  <a:pt x="233486" y="252643"/>
                </a:lnTo>
                <a:lnTo>
                  <a:pt x="691764" y="236168"/>
                </a:lnTo>
                <a:lnTo>
                  <a:pt x="668137" y="311832"/>
                </a:lnTo>
                <a:lnTo>
                  <a:pt x="251922" y="294233"/>
                </a:lnTo>
                <a:lnTo>
                  <a:pt x="279824" y="357177"/>
                </a:lnTo>
                <a:lnTo>
                  <a:pt x="669736" y="340694"/>
                </a:lnTo>
                <a:lnTo>
                  <a:pt x="669884" y="340740"/>
                </a:lnTo>
                <a:lnTo>
                  <a:pt x="686298" y="340040"/>
                </a:lnTo>
                <a:lnTo>
                  <a:pt x="760100" y="103694"/>
                </a:lnTo>
                <a:lnTo>
                  <a:pt x="759989" y="103659"/>
                </a:lnTo>
                <a:close/>
                <a:moveTo>
                  <a:pt x="611455" y="473660"/>
                </a:moveTo>
                <a:cubicBezTo>
                  <a:pt x="595135" y="473660"/>
                  <a:pt x="580111" y="479158"/>
                  <a:pt x="567994" y="488311"/>
                </a:cubicBezTo>
                <a:lnTo>
                  <a:pt x="232970" y="488311"/>
                </a:lnTo>
                <a:cubicBezTo>
                  <a:pt x="236330" y="478278"/>
                  <a:pt x="240280" y="466508"/>
                  <a:pt x="242133" y="460723"/>
                </a:cubicBezTo>
                <a:cubicBezTo>
                  <a:pt x="251788" y="431035"/>
                  <a:pt x="251029" y="398147"/>
                  <a:pt x="239977" y="369008"/>
                </a:cubicBezTo>
                <a:lnTo>
                  <a:pt x="238177" y="364485"/>
                </a:lnTo>
                <a:lnTo>
                  <a:pt x="236586" y="360767"/>
                </a:lnTo>
                <a:lnTo>
                  <a:pt x="186641" y="246528"/>
                </a:lnTo>
                <a:cubicBezTo>
                  <a:pt x="161413" y="189448"/>
                  <a:pt x="136145" y="132385"/>
                  <a:pt x="109564" y="75854"/>
                </a:cubicBezTo>
                <a:cubicBezTo>
                  <a:pt x="100283" y="56969"/>
                  <a:pt x="92061" y="37535"/>
                  <a:pt x="80518" y="19745"/>
                </a:cubicBezTo>
                <a:cubicBezTo>
                  <a:pt x="78820" y="17397"/>
                  <a:pt x="76606" y="15666"/>
                  <a:pt x="74473" y="13668"/>
                </a:cubicBezTo>
                <a:lnTo>
                  <a:pt x="71431" y="13071"/>
                </a:lnTo>
                <a:lnTo>
                  <a:pt x="4911" y="0"/>
                </a:lnTo>
                <a:lnTo>
                  <a:pt x="0" y="20785"/>
                </a:lnTo>
                <a:cubicBezTo>
                  <a:pt x="0" y="20785"/>
                  <a:pt x="44175" y="33010"/>
                  <a:pt x="59865" y="37353"/>
                </a:cubicBezTo>
                <a:cubicBezTo>
                  <a:pt x="63441" y="44436"/>
                  <a:pt x="66501" y="52021"/>
                  <a:pt x="69579" y="59437"/>
                </a:cubicBezTo>
                <a:cubicBezTo>
                  <a:pt x="109397" y="160291"/>
                  <a:pt x="149203" y="277649"/>
                  <a:pt x="185436" y="380690"/>
                </a:cubicBezTo>
                <a:cubicBezTo>
                  <a:pt x="192243" y="398887"/>
                  <a:pt x="192471" y="419528"/>
                  <a:pt x="185589" y="437683"/>
                </a:cubicBezTo>
                <a:cubicBezTo>
                  <a:pt x="182431" y="445446"/>
                  <a:pt x="175179" y="462743"/>
                  <a:pt x="170518" y="473782"/>
                </a:cubicBezTo>
                <a:cubicBezTo>
                  <a:pt x="131755" y="475068"/>
                  <a:pt x="100590" y="506927"/>
                  <a:pt x="100590" y="545998"/>
                </a:cubicBezTo>
                <a:cubicBezTo>
                  <a:pt x="100590" y="585888"/>
                  <a:pt x="133044" y="618341"/>
                  <a:pt x="172929" y="618341"/>
                </a:cubicBezTo>
                <a:cubicBezTo>
                  <a:pt x="210568" y="618341"/>
                  <a:pt x="241553" y="589439"/>
                  <a:pt x="244933" y="552667"/>
                </a:cubicBezTo>
                <a:lnTo>
                  <a:pt x="539455" y="552667"/>
                </a:lnTo>
                <a:cubicBezTo>
                  <a:pt x="542835" y="589439"/>
                  <a:pt x="573821" y="618341"/>
                  <a:pt x="611455" y="618341"/>
                </a:cubicBezTo>
                <a:cubicBezTo>
                  <a:pt x="651345" y="618341"/>
                  <a:pt x="683798" y="585888"/>
                  <a:pt x="683798" y="545998"/>
                </a:cubicBezTo>
                <a:cubicBezTo>
                  <a:pt x="683798" y="506113"/>
                  <a:pt x="651345" y="473660"/>
                  <a:pt x="611455" y="473660"/>
                </a:cubicBezTo>
                <a:close/>
                <a:moveTo>
                  <a:pt x="172929" y="594034"/>
                </a:moveTo>
                <a:cubicBezTo>
                  <a:pt x="146444" y="594034"/>
                  <a:pt x="124898" y="572484"/>
                  <a:pt x="124898" y="545998"/>
                </a:cubicBezTo>
                <a:cubicBezTo>
                  <a:pt x="124898" y="519513"/>
                  <a:pt x="146444" y="497968"/>
                  <a:pt x="172929" y="497968"/>
                </a:cubicBezTo>
                <a:cubicBezTo>
                  <a:pt x="199413" y="497968"/>
                  <a:pt x="220963" y="519513"/>
                  <a:pt x="220963" y="545998"/>
                </a:cubicBezTo>
                <a:cubicBezTo>
                  <a:pt x="220963" y="572484"/>
                  <a:pt x="199413" y="594034"/>
                  <a:pt x="172929" y="594034"/>
                </a:cubicBezTo>
                <a:close/>
                <a:moveTo>
                  <a:pt x="611455" y="594034"/>
                </a:moveTo>
                <a:cubicBezTo>
                  <a:pt x="584970" y="594034"/>
                  <a:pt x="563425" y="572484"/>
                  <a:pt x="563425" y="545998"/>
                </a:cubicBezTo>
                <a:cubicBezTo>
                  <a:pt x="563425" y="519513"/>
                  <a:pt x="584970" y="497968"/>
                  <a:pt x="611455" y="497968"/>
                </a:cubicBezTo>
                <a:cubicBezTo>
                  <a:pt x="637940" y="497968"/>
                  <a:pt x="659490" y="519513"/>
                  <a:pt x="659490" y="545998"/>
                </a:cubicBezTo>
                <a:cubicBezTo>
                  <a:pt x="659490" y="572484"/>
                  <a:pt x="637940" y="594034"/>
                  <a:pt x="611455" y="594034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55C0732E-A0DA-1D72-4A61-813B80D147D0}"/>
              </a:ext>
            </a:extLst>
          </p:cNvPr>
          <p:cNvSpPr>
            <a:spLocks noChangeAspect="1"/>
          </p:cNvSpPr>
          <p:nvPr/>
        </p:nvSpPr>
        <p:spPr bwMode="gray">
          <a:xfrm>
            <a:off x="3531281" y="2952195"/>
            <a:ext cx="643722" cy="931431"/>
          </a:xfrm>
          <a:custGeom>
            <a:avLst/>
            <a:gdLst>
              <a:gd name="connsiteX0" fmla="*/ 521749 w 643722"/>
              <a:gd name="connsiteY0" fmla="*/ 183363 h 931431"/>
              <a:gd name="connsiteX1" fmla="*/ 473071 w 643722"/>
              <a:gd name="connsiteY1" fmla="*/ 40541 h 931431"/>
              <a:gd name="connsiteX2" fmla="*/ 401613 w 643722"/>
              <a:gd name="connsiteY2" fmla="*/ 1397 h 931431"/>
              <a:gd name="connsiteX3" fmla="*/ 321158 w 643722"/>
              <a:gd name="connsiteY3" fmla="*/ 40371 h 931431"/>
              <a:gd name="connsiteX4" fmla="*/ 262616 w 643722"/>
              <a:gd name="connsiteY4" fmla="*/ 14454 h 931431"/>
              <a:gd name="connsiteX5" fmla="*/ 210618 w 643722"/>
              <a:gd name="connsiteY5" fmla="*/ 12088 h 931431"/>
              <a:gd name="connsiteX6" fmla="*/ 140680 w 643722"/>
              <a:gd name="connsiteY6" fmla="*/ 194082 h 931431"/>
              <a:gd name="connsiteX7" fmla="*/ 0 w 643722"/>
              <a:gd name="connsiteY7" fmla="*/ 198040 h 931431"/>
              <a:gd name="connsiteX8" fmla="*/ 0 w 643722"/>
              <a:gd name="connsiteY8" fmla="*/ 226179 h 931431"/>
              <a:gd name="connsiteX9" fmla="*/ 461604 w 643722"/>
              <a:gd name="connsiteY9" fmla="*/ 239162 h 931431"/>
              <a:gd name="connsiteX10" fmla="*/ 462879 w 643722"/>
              <a:gd name="connsiteY10" fmla="*/ 275043 h 931431"/>
              <a:gd name="connsiteX11" fmla="*/ 410510 w 643722"/>
              <a:gd name="connsiteY11" fmla="*/ 382912 h 931431"/>
              <a:gd name="connsiteX12" fmla="*/ 161761 w 643722"/>
              <a:gd name="connsiteY12" fmla="*/ 271817 h 931431"/>
              <a:gd name="connsiteX13" fmla="*/ 140405 w 643722"/>
              <a:gd name="connsiteY13" fmla="*/ 271817 h 931431"/>
              <a:gd name="connsiteX14" fmla="*/ 206123 w 643722"/>
              <a:gd name="connsiteY14" fmla="*/ 413037 h 931431"/>
              <a:gd name="connsiteX15" fmla="*/ 361194 w 643722"/>
              <a:gd name="connsiteY15" fmla="*/ 453291 h 931431"/>
              <a:gd name="connsiteX16" fmla="*/ 522713 w 643722"/>
              <a:gd name="connsiteY16" fmla="*/ 266372 h 931431"/>
              <a:gd name="connsiteX17" fmla="*/ 523455 w 643722"/>
              <a:gd name="connsiteY17" fmla="*/ 240902 h 931431"/>
              <a:gd name="connsiteX18" fmla="*/ 643723 w 643722"/>
              <a:gd name="connsiteY18" fmla="*/ 244286 h 931431"/>
              <a:gd name="connsiteX19" fmla="*/ 643723 w 643722"/>
              <a:gd name="connsiteY19" fmla="*/ 179933 h 931431"/>
              <a:gd name="connsiteX20" fmla="*/ 521749 w 643722"/>
              <a:gd name="connsiteY20" fmla="*/ 183363 h 931431"/>
              <a:gd name="connsiteX21" fmla="*/ 162607 w 643722"/>
              <a:gd name="connsiteY21" fmla="*/ 193466 h 931431"/>
              <a:gd name="connsiteX22" fmla="*/ 225855 w 643722"/>
              <a:gd name="connsiteY22" fmla="*/ 43247 h 931431"/>
              <a:gd name="connsiteX23" fmla="*/ 245213 w 643722"/>
              <a:gd name="connsiteY23" fmla="*/ 47554 h 931431"/>
              <a:gd name="connsiteX24" fmla="*/ 275820 w 643722"/>
              <a:gd name="connsiteY24" fmla="*/ 67940 h 931431"/>
              <a:gd name="connsiteX25" fmla="*/ 367235 w 643722"/>
              <a:gd name="connsiteY25" fmla="*/ 71403 h 931431"/>
              <a:gd name="connsiteX26" fmla="*/ 410464 w 643722"/>
              <a:gd name="connsiteY26" fmla="*/ 50250 h 931431"/>
              <a:gd name="connsiteX27" fmla="*/ 414010 w 643722"/>
              <a:gd name="connsiteY27" fmla="*/ 51124 h 931431"/>
              <a:gd name="connsiteX28" fmla="*/ 419702 w 643722"/>
              <a:gd name="connsiteY28" fmla="*/ 56704 h 931431"/>
              <a:gd name="connsiteX29" fmla="*/ 448107 w 643722"/>
              <a:gd name="connsiteY29" fmla="*/ 131457 h 931431"/>
              <a:gd name="connsiteX30" fmla="*/ 457839 w 643722"/>
              <a:gd name="connsiteY30" fmla="*/ 185161 h 931431"/>
              <a:gd name="connsiteX31" fmla="*/ 162607 w 643722"/>
              <a:gd name="connsiteY31" fmla="*/ 193466 h 931431"/>
              <a:gd name="connsiteX32" fmla="*/ 617181 w 643722"/>
              <a:gd name="connsiteY32" fmla="*/ 707388 h 931431"/>
              <a:gd name="connsiteX33" fmla="*/ 616416 w 643722"/>
              <a:gd name="connsiteY33" fmla="*/ 663823 h 931431"/>
              <a:gd name="connsiteX34" fmla="*/ 567079 w 643722"/>
              <a:gd name="connsiteY34" fmla="*/ 566329 h 931431"/>
              <a:gd name="connsiteX35" fmla="*/ 500859 w 643722"/>
              <a:gd name="connsiteY35" fmla="*/ 532147 h 931431"/>
              <a:gd name="connsiteX36" fmla="*/ 433698 w 643722"/>
              <a:gd name="connsiteY36" fmla="*/ 510265 h 931431"/>
              <a:gd name="connsiteX37" fmla="*/ 91060 w 643722"/>
              <a:gd name="connsiteY37" fmla="*/ 560297 h 931431"/>
              <a:gd name="connsiteX38" fmla="*/ 31500 w 643722"/>
              <a:gd name="connsiteY38" fmla="*/ 664787 h 931431"/>
              <a:gd name="connsiteX39" fmla="*/ 34655 w 643722"/>
              <a:gd name="connsiteY39" fmla="*/ 888890 h 931431"/>
              <a:gd name="connsiteX40" fmla="*/ 56105 w 643722"/>
              <a:gd name="connsiteY40" fmla="*/ 894380 h 931431"/>
              <a:gd name="connsiteX41" fmla="*/ 59433 w 643722"/>
              <a:gd name="connsiteY41" fmla="*/ 669581 h 931431"/>
              <a:gd name="connsiteX42" fmla="*/ 121042 w 643722"/>
              <a:gd name="connsiteY42" fmla="*/ 579909 h 931431"/>
              <a:gd name="connsiteX43" fmla="*/ 188787 w 643722"/>
              <a:gd name="connsiteY43" fmla="*/ 553488 h 931431"/>
              <a:gd name="connsiteX44" fmla="*/ 191533 w 643722"/>
              <a:gd name="connsiteY44" fmla="*/ 649259 h 931431"/>
              <a:gd name="connsiteX45" fmla="*/ 164002 w 643722"/>
              <a:gd name="connsiteY45" fmla="*/ 648814 h 931431"/>
              <a:gd name="connsiteX46" fmla="*/ 147484 w 643722"/>
              <a:gd name="connsiteY46" fmla="*/ 648507 h 931431"/>
              <a:gd name="connsiteX47" fmla="*/ 138360 w 643722"/>
              <a:gd name="connsiteY47" fmla="*/ 691922 h 931431"/>
              <a:gd name="connsiteX48" fmla="*/ 102184 w 643722"/>
              <a:gd name="connsiteY48" fmla="*/ 841986 h 931431"/>
              <a:gd name="connsiteX49" fmla="*/ 102166 w 643722"/>
              <a:gd name="connsiteY49" fmla="*/ 841978 h 931431"/>
              <a:gd name="connsiteX50" fmla="*/ 94128 w 643722"/>
              <a:gd name="connsiteY50" fmla="*/ 870771 h 931431"/>
              <a:gd name="connsiteX51" fmla="*/ 92747 w 643722"/>
              <a:gd name="connsiteY51" fmla="*/ 875614 h 931431"/>
              <a:gd name="connsiteX52" fmla="*/ 92774 w 643722"/>
              <a:gd name="connsiteY52" fmla="*/ 875619 h 931431"/>
              <a:gd name="connsiteX53" fmla="*/ 85333 w 643722"/>
              <a:gd name="connsiteY53" fmla="*/ 902277 h 931431"/>
              <a:gd name="connsiteX54" fmla="*/ 125901 w 643722"/>
              <a:gd name="connsiteY54" fmla="*/ 912211 h 931431"/>
              <a:gd name="connsiteX55" fmla="*/ 240836 w 643722"/>
              <a:gd name="connsiteY55" fmla="*/ 929072 h 931431"/>
              <a:gd name="connsiteX56" fmla="*/ 364655 w 643722"/>
              <a:gd name="connsiteY56" fmla="*/ 930224 h 931431"/>
              <a:gd name="connsiteX57" fmla="*/ 550330 w 643722"/>
              <a:gd name="connsiteY57" fmla="*/ 897734 h 931431"/>
              <a:gd name="connsiteX58" fmla="*/ 596143 w 643722"/>
              <a:gd name="connsiteY58" fmla="*/ 874593 h 931431"/>
              <a:gd name="connsiteX59" fmla="*/ 613002 w 643722"/>
              <a:gd name="connsiteY59" fmla="*/ 860175 h 931431"/>
              <a:gd name="connsiteX60" fmla="*/ 619151 w 643722"/>
              <a:gd name="connsiteY60" fmla="*/ 853362 h 931431"/>
              <a:gd name="connsiteX61" fmla="*/ 619020 w 643722"/>
              <a:gd name="connsiteY61" fmla="*/ 843656 h 931431"/>
              <a:gd name="connsiteX62" fmla="*/ 617181 w 643722"/>
              <a:gd name="connsiteY62" fmla="*/ 707388 h 931431"/>
              <a:gd name="connsiteX63" fmla="*/ 422542 w 643722"/>
              <a:gd name="connsiteY63" fmla="*/ 548740 h 931431"/>
              <a:gd name="connsiteX64" fmla="*/ 419654 w 643722"/>
              <a:gd name="connsiteY64" fmla="*/ 649365 h 931431"/>
              <a:gd name="connsiteX65" fmla="*/ 217289 w 643722"/>
              <a:gd name="connsiteY65" fmla="*/ 649594 h 931431"/>
              <a:gd name="connsiteX66" fmla="*/ 214327 w 643722"/>
              <a:gd name="connsiteY66" fmla="*/ 546254 h 931431"/>
              <a:gd name="connsiteX67" fmla="*/ 422542 w 643722"/>
              <a:gd name="connsiteY67" fmla="*/ 548740 h 931431"/>
              <a:gd name="connsiteX68" fmla="*/ 246011 w 643722"/>
              <a:gd name="connsiteY68" fmla="*/ 868185 h 931431"/>
              <a:gd name="connsiteX69" fmla="*/ 159145 w 643722"/>
              <a:gd name="connsiteY69" fmla="*/ 854375 h 931431"/>
              <a:gd name="connsiteX70" fmla="*/ 161408 w 643722"/>
              <a:gd name="connsiteY70" fmla="*/ 833515 h 931431"/>
              <a:gd name="connsiteX71" fmla="*/ 181485 w 643722"/>
              <a:gd name="connsiteY71" fmla="*/ 689403 h 931431"/>
              <a:gd name="connsiteX72" fmla="*/ 456061 w 643722"/>
              <a:gd name="connsiteY72" fmla="*/ 689672 h 931431"/>
              <a:gd name="connsiteX73" fmla="*/ 479048 w 643722"/>
              <a:gd name="connsiteY73" fmla="*/ 861627 h 931431"/>
              <a:gd name="connsiteX74" fmla="*/ 246011 w 643722"/>
              <a:gd name="connsiteY74" fmla="*/ 868185 h 931431"/>
              <a:gd name="connsiteX75" fmla="*/ 567838 w 643722"/>
              <a:gd name="connsiteY75" fmla="*/ 831231 h 931431"/>
              <a:gd name="connsiteX76" fmla="*/ 567232 w 643722"/>
              <a:gd name="connsiteY76" fmla="*/ 831650 h 931431"/>
              <a:gd name="connsiteX77" fmla="*/ 536336 w 643722"/>
              <a:gd name="connsiteY77" fmla="*/ 846188 h 931431"/>
              <a:gd name="connsiteX78" fmla="*/ 517908 w 643722"/>
              <a:gd name="connsiteY78" fmla="*/ 772167 h 931431"/>
              <a:gd name="connsiteX79" fmla="*/ 490753 w 643722"/>
              <a:gd name="connsiteY79" fmla="*/ 648293 h 931431"/>
              <a:gd name="connsiteX80" fmla="*/ 473822 w 643722"/>
              <a:gd name="connsiteY80" fmla="*/ 648536 h 931431"/>
              <a:gd name="connsiteX81" fmla="*/ 445413 w 643722"/>
              <a:gd name="connsiteY81" fmla="*/ 649007 h 931431"/>
              <a:gd name="connsiteX82" fmla="*/ 448060 w 643722"/>
              <a:gd name="connsiteY82" fmla="*/ 556746 h 931431"/>
              <a:gd name="connsiteX83" fmla="*/ 484900 w 643722"/>
              <a:gd name="connsiteY83" fmla="*/ 571180 h 931431"/>
              <a:gd name="connsiteX84" fmla="*/ 527840 w 643722"/>
              <a:gd name="connsiteY84" fmla="*/ 591921 h 931431"/>
              <a:gd name="connsiteX85" fmla="*/ 567148 w 643722"/>
              <a:gd name="connsiteY85" fmla="*/ 645711 h 931431"/>
              <a:gd name="connsiteX86" fmla="*/ 569954 w 643722"/>
              <a:gd name="connsiteY86" fmla="*/ 673321 h 931431"/>
              <a:gd name="connsiteX87" fmla="*/ 567838 w 643722"/>
              <a:gd name="connsiteY87" fmla="*/ 831231 h 93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43722" h="931431">
                <a:moveTo>
                  <a:pt x="521749" y="183363"/>
                </a:moveTo>
                <a:cubicBezTo>
                  <a:pt x="511478" y="133670"/>
                  <a:pt x="499351" y="85022"/>
                  <a:pt x="473071" y="40541"/>
                </a:cubicBezTo>
                <a:cubicBezTo>
                  <a:pt x="459234" y="16746"/>
                  <a:pt x="431667" y="-5921"/>
                  <a:pt x="401613" y="1397"/>
                </a:cubicBezTo>
                <a:cubicBezTo>
                  <a:pt x="370153" y="7416"/>
                  <a:pt x="349680" y="37203"/>
                  <a:pt x="321158" y="40371"/>
                </a:cubicBezTo>
                <a:cubicBezTo>
                  <a:pt x="300874" y="40713"/>
                  <a:pt x="283283" y="24269"/>
                  <a:pt x="262616" y="14454"/>
                </a:cubicBezTo>
                <a:cubicBezTo>
                  <a:pt x="248398" y="6658"/>
                  <a:pt x="225985" y="2951"/>
                  <a:pt x="210618" y="12088"/>
                </a:cubicBezTo>
                <a:cubicBezTo>
                  <a:pt x="161194" y="39602"/>
                  <a:pt x="147186" y="141207"/>
                  <a:pt x="140680" y="194082"/>
                </a:cubicBezTo>
                <a:lnTo>
                  <a:pt x="0" y="198040"/>
                </a:lnTo>
                <a:lnTo>
                  <a:pt x="0" y="226179"/>
                </a:lnTo>
                <a:lnTo>
                  <a:pt x="461604" y="239162"/>
                </a:lnTo>
                <a:cubicBezTo>
                  <a:pt x="462247" y="257260"/>
                  <a:pt x="462879" y="275043"/>
                  <a:pt x="462879" y="275043"/>
                </a:cubicBezTo>
                <a:cubicBezTo>
                  <a:pt x="464098" y="316549"/>
                  <a:pt x="443413" y="357110"/>
                  <a:pt x="410510" y="382912"/>
                </a:cubicBezTo>
                <a:cubicBezTo>
                  <a:pt x="315571" y="458062"/>
                  <a:pt x="166828" y="395776"/>
                  <a:pt x="161761" y="271817"/>
                </a:cubicBezTo>
                <a:lnTo>
                  <a:pt x="140405" y="271817"/>
                </a:lnTo>
                <a:cubicBezTo>
                  <a:pt x="138234" y="325639"/>
                  <a:pt x="163951" y="379311"/>
                  <a:pt x="206123" y="413037"/>
                </a:cubicBezTo>
                <a:cubicBezTo>
                  <a:pt x="248672" y="448049"/>
                  <a:pt x="306696" y="462480"/>
                  <a:pt x="361194" y="453291"/>
                </a:cubicBezTo>
                <a:cubicBezTo>
                  <a:pt x="451698" y="438986"/>
                  <a:pt x="523103" y="359151"/>
                  <a:pt x="522713" y="266372"/>
                </a:cubicBezTo>
                <a:cubicBezTo>
                  <a:pt x="522908" y="259503"/>
                  <a:pt x="523174" y="250427"/>
                  <a:pt x="523455" y="240902"/>
                </a:cubicBezTo>
                <a:lnTo>
                  <a:pt x="643723" y="244286"/>
                </a:lnTo>
                <a:lnTo>
                  <a:pt x="643723" y="179933"/>
                </a:lnTo>
                <a:lnTo>
                  <a:pt x="521749" y="183363"/>
                </a:lnTo>
                <a:close/>
                <a:moveTo>
                  <a:pt x="162607" y="193466"/>
                </a:moveTo>
                <a:cubicBezTo>
                  <a:pt x="170869" y="150941"/>
                  <a:pt x="190682" y="62706"/>
                  <a:pt x="225855" y="43247"/>
                </a:cubicBezTo>
                <a:cubicBezTo>
                  <a:pt x="233116" y="40648"/>
                  <a:pt x="237772" y="43630"/>
                  <a:pt x="245213" y="47554"/>
                </a:cubicBezTo>
                <a:cubicBezTo>
                  <a:pt x="254105" y="52742"/>
                  <a:pt x="263932" y="60598"/>
                  <a:pt x="275820" y="67940"/>
                </a:cubicBezTo>
                <a:cubicBezTo>
                  <a:pt x="304698" y="87053"/>
                  <a:pt x="336874" y="87769"/>
                  <a:pt x="367235" y="71403"/>
                </a:cubicBezTo>
                <a:cubicBezTo>
                  <a:pt x="383914" y="63544"/>
                  <a:pt x="395901" y="53106"/>
                  <a:pt x="410464" y="50250"/>
                </a:cubicBezTo>
                <a:cubicBezTo>
                  <a:pt x="412442" y="50090"/>
                  <a:pt x="412654" y="50366"/>
                  <a:pt x="414010" y="51124"/>
                </a:cubicBezTo>
                <a:cubicBezTo>
                  <a:pt x="415078" y="51864"/>
                  <a:pt x="417332" y="53722"/>
                  <a:pt x="419702" y="56704"/>
                </a:cubicBezTo>
                <a:cubicBezTo>
                  <a:pt x="434991" y="77602"/>
                  <a:pt x="441795" y="105795"/>
                  <a:pt x="448107" y="131457"/>
                </a:cubicBezTo>
                <a:cubicBezTo>
                  <a:pt x="452064" y="148939"/>
                  <a:pt x="455352" y="167158"/>
                  <a:pt x="457839" y="185161"/>
                </a:cubicBezTo>
                <a:lnTo>
                  <a:pt x="162607" y="193466"/>
                </a:lnTo>
                <a:close/>
                <a:moveTo>
                  <a:pt x="617181" y="707388"/>
                </a:moveTo>
                <a:cubicBezTo>
                  <a:pt x="617056" y="700555"/>
                  <a:pt x="616801" y="670006"/>
                  <a:pt x="616416" y="663823"/>
                </a:cubicBezTo>
                <a:cubicBezTo>
                  <a:pt x="614691" y="626268"/>
                  <a:pt x="596181" y="589891"/>
                  <a:pt x="567079" y="566329"/>
                </a:cubicBezTo>
                <a:cubicBezTo>
                  <a:pt x="547714" y="550292"/>
                  <a:pt x="523780" y="541652"/>
                  <a:pt x="500859" y="532147"/>
                </a:cubicBezTo>
                <a:cubicBezTo>
                  <a:pt x="479002" y="523494"/>
                  <a:pt x="456577" y="516151"/>
                  <a:pt x="433698" y="510265"/>
                </a:cubicBezTo>
                <a:cubicBezTo>
                  <a:pt x="318711" y="477718"/>
                  <a:pt x="193889" y="503050"/>
                  <a:pt x="91060" y="560297"/>
                </a:cubicBezTo>
                <a:cubicBezTo>
                  <a:pt x="55309" y="582494"/>
                  <a:pt x="32254" y="622831"/>
                  <a:pt x="31500" y="664787"/>
                </a:cubicBezTo>
                <a:cubicBezTo>
                  <a:pt x="31859" y="721046"/>
                  <a:pt x="33872" y="828065"/>
                  <a:pt x="34655" y="888890"/>
                </a:cubicBezTo>
                <a:cubicBezTo>
                  <a:pt x="42439" y="890890"/>
                  <a:pt x="49555" y="892710"/>
                  <a:pt x="56105" y="894380"/>
                </a:cubicBezTo>
                <a:cubicBezTo>
                  <a:pt x="56961" y="837600"/>
                  <a:pt x="58592" y="724690"/>
                  <a:pt x="59433" y="669581"/>
                </a:cubicBezTo>
                <a:cubicBezTo>
                  <a:pt x="59758" y="630491"/>
                  <a:pt x="84838" y="594407"/>
                  <a:pt x="121042" y="579909"/>
                </a:cubicBezTo>
                <a:cubicBezTo>
                  <a:pt x="143848" y="569340"/>
                  <a:pt x="166391" y="560517"/>
                  <a:pt x="188787" y="553488"/>
                </a:cubicBezTo>
                <a:lnTo>
                  <a:pt x="191533" y="649259"/>
                </a:lnTo>
                <a:cubicBezTo>
                  <a:pt x="182333" y="649121"/>
                  <a:pt x="173127" y="648986"/>
                  <a:pt x="164002" y="648814"/>
                </a:cubicBezTo>
                <a:lnTo>
                  <a:pt x="147484" y="648507"/>
                </a:lnTo>
                <a:cubicBezTo>
                  <a:pt x="145349" y="658611"/>
                  <a:pt x="140538" y="681632"/>
                  <a:pt x="138360" y="691922"/>
                </a:cubicBezTo>
                <a:cubicBezTo>
                  <a:pt x="127231" y="742041"/>
                  <a:pt x="115659" y="792353"/>
                  <a:pt x="102184" y="841986"/>
                </a:cubicBezTo>
                <a:lnTo>
                  <a:pt x="102166" y="841978"/>
                </a:lnTo>
                <a:lnTo>
                  <a:pt x="94128" y="870771"/>
                </a:lnTo>
                <a:cubicBezTo>
                  <a:pt x="93661" y="872382"/>
                  <a:pt x="93218" y="874005"/>
                  <a:pt x="92747" y="875614"/>
                </a:cubicBezTo>
                <a:lnTo>
                  <a:pt x="92774" y="875619"/>
                </a:lnTo>
                <a:lnTo>
                  <a:pt x="85333" y="902277"/>
                </a:lnTo>
                <a:cubicBezTo>
                  <a:pt x="85333" y="902277"/>
                  <a:pt x="105754" y="907788"/>
                  <a:pt x="125901" y="912211"/>
                </a:cubicBezTo>
                <a:cubicBezTo>
                  <a:pt x="164092" y="921113"/>
                  <a:pt x="202505" y="926294"/>
                  <a:pt x="240836" y="929072"/>
                </a:cubicBezTo>
                <a:cubicBezTo>
                  <a:pt x="282122" y="932216"/>
                  <a:pt x="323422" y="931806"/>
                  <a:pt x="364655" y="930224"/>
                </a:cubicBezTo>
                <a:cubicBezTo>
                  <a:pt x="426947" y="926767"/>
                  <a:pt x="490670" y="919701"/>
                  <a:pt x="550330" y="897734"/>
                </a:cubicBezTo>
                <a:cubicBezTo>
                  <a:pt x="565628" y="891679"/>
                  <a:pt x="582592" y="884006"/>
                  <a:pt x="596143" y="874593"/>
                </a:cubicBezTo>
                <a:cubicBezTo>
                  <a:pt x="601992" y="870505"/>
                  <a:pt x="608243" y="865627"/>
                  <a:pt x="613002" y="860175"/>
                </a:cubicBezTo>
                <a:lnTo>
                  <a:pt x="619151" y="853362"/>
                </a:lnTo>
                <a:lnTo>
                  <a:pt x="619020" y="843656"/>
                </a:lnTo>
                <a:lnTo>
                  <a:pt x="617181" y="707388"/>
                </a:lnTo>
                <a:close/>
                <a:moveTo>
                  <a:pt x="422542" y="548740"/>
                </a:moveTo>
                <a:lnTo>
                  <a:pt x="419654" y="649365"/>
                </a:lnTo>
                <a:cubicBezTo>
                  <a:pt x="352613" y="650221"/>
                  <a:pt x="284280" y="650355"/>
                  <a:pt x="217289" y="649594"/>
                </a:cubicBezTo>
                <a:lnTo>
                  <a:pt x="214327" y="546254"/>
                </a:lnTo>
                <a:cubicBezTo>
                  <a:pt x="283680" y="528693"/>
                  <a:pt x="351988" y="528850"/>
                  <a:pt x="422542" y="548740"/>
                </a:cubicBezTo>
                <a:close/>
                <a:moveTo>
                  <a:pt x="246011" y="868185"/>
                </a:moveTo>
                <a:cubicBezTo>
                  <a:pt x="216627" y="865265"/>
                  <a:pt x="187484" y="860822"/>
                  <a:pt x="159145" y="854375"/>
                </a:cubicBezTo>
                <a:cubicBezTo>
                  <a:pt x="159876" y="847416"/>
                  <a:pt x="160616" y="840461"/>
                  <a:pt x="161408" y="833515"/>
                </a:cubicBezTo>
                <a:cubicBezTo>
                  <a:pt x="166914" y="785750"/>
                  <a:pt x="173852" y="737142"/>
                  <a:pt x="181485" y="689403"/>
                </a:cubicBezTo>
                <a:cubicBezTo>
                  <a:pt x="271858" y="687918"/>
                  <a:pt x="365609" y="688169"/>
                  <a:pt x="456061" y="689672"/>
                </a:cubicBezTo>
                <a:cubicBezTo>
                  <a:pt x="464979" y="746812"/>
                  <a:pt x="473082" y="804092"/>
                  <a:pt x="479048" y="861627"/>
                </a:cubicBezTo>
                <a:cubicBezTo>
                  <a:pt x="401794" y="876165"/>
                  <a:pt x="308184" y="873866"/>
                  <a:pt x="246011" y="868185"/>
                </a:cubicBezTo>
                <a:close/>
                <a:moveTo>
                  <a:pt x="567838" y="831231"/>
                </a:moveTo>
                <a:cubicBezTo>
                  <a:pt x="567630" y="831369"/>
                  <a:pt x="567444" y="831511"/>
                  <a:pt x="567232" y="831650"/>
                </a:cubicBezTo>
                <a:cubicBezTo>
                  <a:pt x="557971" y="837157"/>
                  <a:pt x="547574" y="841968"/>
                  <a:pt x="536336" y="846188"/>
                </a:cubicBezTo>
                <a:cubicBezTo>
                  <a:pt x="529817" y="821605"/>
                  <a:pt x="523728" y="796920"/>
                  <a:pt x="517908" y="772167"/>
                </a:cubicBezTo>
                <a:cubicBezTo>
                  <a:pt x="508229" y="731104"/>
                  <a:pt x="498942" y="689692"/>
                  <a:pt x="490753" y="648293"/>
                </a:cubicBezTo>
                <a:lnTo>
                  <a:pt x="473822" y="648536"/>
                </a:lnTo>
                <a:cubicBezTo>
                  <a:pt x="464406" y="648711"/>
                  <a:pt x="454908" y="648858"/>
                  <a:pt x="445413" y="649007"/>
                </a:cubicBezTo>
                <a:lnTo>
                  <a:pt x="448060" y="556746"/>
                </a:lnTo>
                <a:cubicBezTo>
                  <a:pt x="460259" y="560973"/>
                  <a:pt x="472530" y="565767"/>
                  <a:pt x="484900" y="571180"/>
                </a:cubicBezTo>
                <a:cubicBezTo>
                  <a:pt x="499374" y="577515"/>
                  <a:pt x="514302" y="583897"/>
                  <a:pt x="527840" y="591921"/>
                </a:cubicBezTo>
                <a:cubicBezTo>
                  <a:pt x="547116" y="604002"/>
                  <a:pt x="561669" y="623725"/>
                  <a:pt x="567148" y="645711"/>
                </a:cubicBezTo>
                <a:cubicBezTo>
                  <a:pt x="569511" y="654682"/>
                  <a:pt x="570189" y="664073"/>
                  <a:pt x="569954" y="673321"/>
                </a:cubicBezTo>
                <a:cubicBezTo>
                  <a:pt x="569651" y="693279"/>
                  <a:pt x="568399" y="791282"/>
                  <a:pt x="567838" y="83123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BABF7E1-A40A-82A1-89BD-A52706AE23BF}"/>
              </a:ext>
            </a:extLst>
          </p:cNvPr>
          <p:cNvSpPr>
            <a:spLocks noChangeAspect="1"/>
          </p:cNvSpPr>
          <p:nvPr/>
        </p:nvSpPr>
        <p:spPr bwMode="gray">
          <a:xfrm>
            <a:off x="1786243" y="4525036"/>
            <a:ext cx="1041005" cy="769285"/>
          </a:xfrm>
          <a:custGeom>
            <a:avLst/>
            <a:gdLst>
              <a:gd name="connsiteX0" fmla="*/ 1020189 w 1041005"/>
              <a:gd name="connsiteY0" fmla="*/ 152179 h 769285"/>
              <a:gd name="connsiteX1" fmla="*/ 728567 w 1041005"/>
              <a:gd name="connsiteY1" fmla="*/ 265041 h 769285"/>
              <a:gd name="connsiteX2" fmla="*/ 729655 w 1041005"/>
              <a:gd name="connsiteY2" fmla="*/ 166284 h 769285"/>
              <a:gd name="connsiteX3" fmla="*/ 729969 w 1041005"/>
              <a:gd name="connsiteY3" fmla="*/ 137802 h 769285"/>
              <a:gd name="connsiteX4" fmla="*/ 703039 w 1041005"/>
              <a:gd name="connsiteY4" fmla="*/ 148179 h 769285"/>
              <a:gd name="connsiteX5" fmla="*/ 389160 w 1041005"/>
              <a:gd name="connsiteY5" fmla="*/ 269143 h 769285"/>
              <a:gd name="connsiteX6" fmla="*/ 274154 w 1041005"/>
              <a:gd name="connsiteY6" fmla="*/ 266254 h 769285"/>
              <a:gd name="connsiteX7" fmla="*/ 274154 w 1041005"/>
              <a:gd name="connsiteY7" fmla="*/ 0 h 769285"/>
              <a:gd name="connsiteX8" fmla="*/ 168112 w 1041005"/>
              <a:gd name="connsiteY8" fmla="*/ 0 h 769285"/>
              <a:gd name="connsiteX9" fmla="*/ 168112 w 1041005"/>
              <a:gd name="connsiteY9" fmla="*/ 263591 h 769285"/>
              <a:gd name="connsiteX10" fmla="*/ 0 w 1041005"/>
              <a:gd name="connsiteY10" fmla="*/ 259368 h 769285"/>
              <a:gd name="connsiteX11" fmla="*/ 138 w 1041005"/>
              <a:gd name="connsiteY11" fmla="*/ 301906 h 769285"/>
              <a:gd name="connsiteX12" fmla="*/ 138 w 1041005"/>
              <a:gd name="connsiteY12" fmla="*/ 768989 h 769285"/>
              <a:gd name="connsiteX13" fmla="*/ 970765 w 1041005"/>
              <a:gd name="connsiteY13" fmla="*/ 768989 h 769285"/>
              <a:gd name="connsiteX14" fmla="*/ 970765 w 1041005"/>
              <a:gd name="connsiteY14" fmla="*/ 704632 h 769285"/>
              <a:gd name="connsiteX15" fmla="*/ 586024 w 1041005"/>
              <a:gd name="connsiteY15" fmla="*/ 704632 h 769285"/>
              <a:gd name="connsiteX16" fmla="*/ 586024 w 1041005"/>
              <a:gd name="connsiteY16" fmla="*/ 549615 h 769285"/>
              <a:gd name="connsiteX17" fmla="*/ 168112 w 1041005"/>
              <a:gd name="connsiteY17" fmla="*/ 549615 h 769285"/>
              <a:gd name="connsiteX18" fmla="*/ 168112 w 1041005"/>
              <a:gd name="connsiteY18" fmla="*/ 704632 h 769285"/>
              <a:gd name="connsiteX19" fmla="*/ 64495 w 1041005"/>
              <a:gd name="connsiteY19" fmla="*/ 704632 h 769285"/>
              <a:gd name="connsiteX20" fmla="*/ 64495 w 1041005"/>
              <a:gd name="connsiteY20" fmla="*/ 322649 h 769285"/>
              <a:gd name="connsiteX21" fmla="*/ 393054 w 1041005"/>
              <a:gd name="connsiteY21" fmla="*/ 313848 h 769285"/>
              <a:gd name="connsiteX22" fmla="*/ 397682 w 1041005"/>
              <a:gd name="connsiteY22" fmla="*/ 313730 h 769285"/>
              <a:gd name="connsiteX23" fmla="*/ 401248 w 1041005"/>
              <a:gd name="connsiteY23" fmla="*/ 312287 h 769285"/>
              <a:gd name="connsiteX24" fmla="*/ 691043 w 1041005"/>
              <a:gd name="connsiteY24" fmla="*/ 195028 h 769285"/>
              <a:gd name="connsiteX25" fmla="*/ 692400 w 1041005"/>
              <a:gd name="connsiteY25" fmla="*/ 318304 h 769285"/>
              <a:gd name="connsiteX26" fmla="*/ 716862 w 1041005"/>
              <a:gd name="connsiteY26" fmla="*/ 308352 h 769285"/>
              <a:gd name="connsiteX27" fmla="*/ 1010653 w 1041005"/>
              <a:gd name="connsiteY27" fmla="*/ 188827 h 769285"/>
              <a:gd name="connsiteX28" fmla="*/ 1011718 w 1041005"/>
              <a:gd name="connsiteY28" fmla="*/ 769286 h 769285"/>
              <a:gd name="connsiteX29" fmla="*/ 1039858 w 1041005"/>
              <a:gd name="connsiteY29" fmla="*/ 769286 h 769285"/>
              <a:gd name="connsiteX30" fmla="*/ 1040964 w 1041005"/>
              <a:gd name="connsiteY30" fmla="*/ 166284 h 769285"/>
              <a:gd name="connsiteX31" fmla="*/ 1041005 w 1041005"/>
              <a:gd name="connsiteY31" fmla="*/ 144122 h 769285"/>
              <a:gd name="connsiteX32" fmla="*/ 1020189 w 1041005"/>
              <a:gd name="connsiteY32" fmla="*/ 152179 h 769285"/>
              <a:gd name="connsiteX33" fmla="*/ 193856 w 1041005"/>
              <a:gd name="connsiteY33" fmla="*/ 575359 h 769285"/>
              <a:gd name="connsiteX34" fmla="*/ 560280 w 1041005"/>
              <a:gd name="connsiteY34" fmla="*/ 575359 h 769285"/>
              <a:gd name="connsiteX35" fmla="*/ 560280 w 1041005"/>
              <a:gd name="connsiteY35" fmla="*/ 704632 h 769285"/>
              <a:gd name="connsiteX36" fmla="*/ 193856 w 1041005"/>
              <a:gd name="connsiteY36" fmla="*/ 704632 h 769285"/>
              <a:gd name="connsiteX37" fmla="*/ 193856 w 1041005"/>
              <a:gd name="connsiteY37" fmla="*/ 575359 h 769285"/>
              <a:gd name="connsiteX38" fmla="*/ 248410 w 1041005"/>
              <a:gd name="connsiteY38" fmla="*/ 265606 h 769285"/>
              <a:gd name="connsiteX39" fmla="*/ 193856 w 1041005"/>
              <a:gd name="connsiteY39" fmla="*/ 264237 h 769285"/>
              <a:gd name="connsiteX40" fmla="*/ 193856 w 1041005"/>
              <a:gd name="connsiteY40" fmla="*/ 25744 h 769285"/>
              <a:gd name="connsiteX41" fmla="*/ 248410 w 1041005"/>
              <a:gd name="connsiteY41" fmla="*/ 25744 h 769285"/>
              <a:gd name="connsiteX42" fmla="*/ 248410 w 1041005"/>
              <a:gd name="connsiteY42" fmla="*/ 265606 h 769285"/>
              <a:gd name="connsiteX43" fmla="*/ 970522 w 1041005"/>
              <a:gd name="connsiteY43" fmla="*/ 510973 h 769285"/>
              <a:gd name="connsiteX44" fmla="*/ 690587 w 1041005"/>
              <a:gd name="connsiteY44" fmla="*/ 492865 h 769285"/>
              <a:gd name="connsiteX45" fmla="*/ 690587 w 1041005"/>
              <a:gd name="connsiteY45" fmla="*/ 557220 h 769285"/>
              <a:gd name="connsiteX46" fmla="*/ 970522 w 1041005"/>
              <a:gd name="connsiteY46" fmla="*/ 539112 h 769285"/>
              <a:gd name="connsiteX47" fmla="*/ 970522 w 1041005"/>
              <a:gd name="connsiteY47" fmla="*/ 510973 h 769285"/>
              <a:gd name="connsiteX48" fmla="*/ 690587 w 1041005"/>
              <a:gd name="connsiteY48" fmla="*/ 662051 h 769285"/>
              <a:gd name="connsiteX49" fmla="*/ 970522 w 1041005"/>
              <a:gd name="connsiteY49" fmla="*/ 643944 h 769285"/>
              <a:gd name="connsiteX50" fmla="*/ 970522 w 1041005"/>
              <a:gd name="connsiteY50" fmla="*/ 615805 h 769285"/>
              <a:gd name="connsiteX51" fmla="*/ 690587 w 1041005"/>
              <a:gd name="connsiteY51" fmla="*/ 597696 h 769285"/>
              <a:gd name="connsiteX52" fmla="*/ 690587 w 1041005"/>
              <a:gd name="connsiteY52" fmla="*/ 662051 h 769285"/>
              <a:gd name="connsiteX53" fmla="*/ 970522 w 1041005"/>
              <a:gd name="connsiteY53" fmla="*/ 406142 h 769285"/>
              <a:gd name="connsiteX54" fmla="*/ 690587 w 1041005"/>
              <a:gd name="connsiteY54" fmla="*/ 388033 h 769285"/>
              <a:gd name="connsiteX55" fmla="*/ 690587 w 1041005"/>
              <a:gd name="connsiteY55" fmla="*/ 452388 h 769285"/>
              <a:gd name="connsiteX56" fmla="*/ 970522 w 1041005"/>
              <a:gd name="connsiteY56" fmla="*/ 434280 h 769285"/>
              <a:gd name="connsiteX57" fmla="*/ 970522 w 1041005"/>
              <a:gd name="connsiteY57" fmla="*/ 406142 h 769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041005" h="769285">
                <a:moveTo>
                  <a:pt x="1020189" y="152179"/>
                </a:moveTo>
                <a:lnTo>
                  <a:pt x="728567" y="265041"/>
                </a:lnTo>
                <a:lnTo>
                  <a:pt x="729655" y="166284"/>
                </a:lnTo>
                <a:lnTo>
                  <a:pt x="729969" y="137802"/>
                </a:lnTo>
                <a:lnTo>
                  <a:pt x="703039" y="148179"/>
                </a:lnTo>
                <a:lnTo>
                  <a:pt x="389160" y="269143"/>
                </a:lnTo>
                <a:lnTo>
                  <a:pt x="274154" y="266254"/>
                </a:lnTo>
                <a:lnTo>
                  <a:pt x="274154" y="0"/>
                </a:lnTo>
                <a:lnTo>
                  <a:pt x="168112" y="0"/>
                </a:lnTo>
                <a:lnTo>
                  <a:pt x="168112" y="263591"/>
                </a:lnTo>
                <a:lnTo>
                  <a:pt x="0" y="259368"/>
                </a:lnTo>
                <a:lnTo>
                  <a:pt x="138" y="301906"/>
                </a:lnTo>
                <a:lnTo>
                  <a:pt x="138" y="768989"/>
                </a:lnTo>
                <a:lnTo>
                  <a:pt x="970765" y="768989"/>
                </a:lnTo>
                <a:lnTo>
                  <a:pt x="970765" y="704632"/>
                </a:lnTo>
                <a:lnTo>
                  <a:pt x="586024" y="704632"/>
                </a:lnTo>
                <a:lnTo>
                  <a:pt x="586024" y="549615"/>
                </a:lnTo>
                <a:lnTo>
                  <a:pt x="168112" y="549615"/>
                </a:lnTo>
                <a:lnTo>
                  <a:pt x="168112" y="704632"/>
                </a:lnTo>
                <a:lnTo>
                  <a:pt x="64495" y="704632"/>
                </a:lnTo>
                <a:lnTo>
                  <a:pt x="64495" y="322649"/>
                </a:lnTo>
                <a:lnTo>
                  <a:pt x="393054" y="313848"/>
                </a:lnTo>
                <a:lnTo>
                  <a:pt x="397682" y="313730"/>
                </a:lnTo>
                <a:lnTo>
                  <a:pt x="401248" y="312287"/>
                </a:lnTo>
                <a:lnTo>
                  <a:pt x="691043" y="195028"/>
                </a:lnTo>
                <a:cubicBezTo>
                  <a:pt x="691500" y="236576"/>
                  <a:pt x="692259" y="306043"/>
                  <a:pt x="692400" y="318304"/>
                </a:cubicBezTo>
                <a:lnTo>
                  <a:pt x="716862" y="308352"/>
                </a:lnTo>
                <a:lnTo>
                  <a:pt x="1010653" y="188827"/>
                </a:lnTo>
                <a:lnTo>
                  <a:pt x="1011718" y="769286"/>
                </a:lnTo>
                <a:lnTo>
                  <a:pt x="1039858" y="769286"/>
                </a:lnTo>
                <a:lnTo>
                  <a:pt x="1040964" y="166284"/>
                </a:lnTo>
                <a:lnTo>
                  <a:pt x="1041005" y="144122"/>
                </a:lnTo>
                <a:lnTo>
                  <a:pt x="1020189" y="152179"/>
                </a:lnTo>
                <a:close/>
                <a:moveTo>
                  <a:pt x="193856" y="575359"/>
                </a:moveTo>
                <a:lnTo>
                  <a:pt x="560280" y="575359"/>
                </a:lnTo>
                <a:lnTo>
                  <a:pt x="560280" y="704632"/>
                </a:lnTo>
                <a:lnTo>
                  <a:pt x="193856" y="704632"/>
                </a:lnTo>
                <a:lnTo>
                  <a:pt x="193856" y="575359"/>
                </a:lnTo>
                <a:close/>
                <a:moveTo>
                  <a:pt x="248410" y="265606"/>
                </a:moveTo>
                <a:lnTo>
                  <a:pt x="193856" y="264237"/>
                </a:lnTo>
                <a:lnTo>
                  <a:pt x="193856" y="25744"/>
                </a:lnTo>
                <a:lnTo>
                  <a:pt x="248410" y="25744"/>
                </a:lnTo>
                <a:lnTo>
                  <a:pt x="248410" y="265606"/>
                </a:lnTo>
                <a:close/>
                <a:moveTo>
                  <a:pt x="970522" y="510973"/>
                </a:moveTo>
                <a:lnTo>
                  <a:pt x="690587" y="492865"/>
                </a:lnTo>
                <a:lnTo>
                  <a:pt x="690587" y="557220"/>
                </a:lnTo>
                <a:lnTo>
                  <a:pt x="970522" y="539112"/>
                </a:lnTo>
                <a:lnTo>
                  <a:pt x="970522" y="510973"/>
                </a:lnTo>
                <a:close/>
                <a:moveTo>
                  <a:pt x="690587" y="662051"/>
                </a:moveTo>
                <a:lnTo>
                  <a:pt x="970522" y="643944"/>
                </a:lnTo>
                <a:lnTo>
                  <a:pt x="970522" y="615805"/>
                </a:lnTo>
                <a:lnTo>
                  <a:pt x="690587" y="597696"/>
                </a:lnTo>
                <a:lnTo>
                  <a:pt x="690587" y="662051"/>
                </a:lnTo>
                <a:close/>
                <a:moveTo>
                  <a:pt x="970522" y="406142"/>
                </a:moveTo>
                <a:lnTo>
                  <a:pt x="690587" y="388033"/>
                </a:lnTo>
                <a:lnTo>
                  <a:pt x="690587" y="452388"/>
                </a:lnTo>
                <a:lnTo>
                  <a:pt x="970522" y="434280"/>
                </a:lnTo>
                <a:lnTo>
                  <a:pt x="970522" y="40614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7C84319A-0823-EEDB-AEC1-1D520777AD47}"/>
              </a:ext>
            </a:extLst>
          </p:cNvPr>
          <p:cNvSpPr>
            <a:spLocks noChangeAspect="1"/>
          </p:cNvSpPr>
          <p:nvPr/>
        </p:nvSpPr>
        <p:spPr bwMode="gray">
          <a:xfrm>
            <a:off x="8121846" y="4598931"/>
            <a:ext cx="869432" cy="667701"/>
          </a:xfrm>
          <a:custGeom>
            <a:avLst/>
            <a:gdLst>
              <a:gd name="connsiteX0" fmla="*/ 735106 w 869432"/>
              <a:gd name="connsiteY0" fmla="*/ 415615 h 667701"/>
              <a:gd name="connsiteX1" fmla="*/ 882 w 869432"/>
              <a:gd name="connsiteY1" fmla="*/ 393757 h 667701"/>
              <a:gd name="connsiteX2" fmla="*/ 851 w 869432"/>
              <a:gd name="connsiteY2" fmla="*/ 458110 h 667701"/>
              <a:gd name="connsiteX3" fmla="*/ 735095 w 869432"/>
              <a:gd name="connsiteY3" fmla="*/ 436973 h 667701"/>
              <a:gd name="connsiteX4" fmla="*/ 735106 w 869432"/>
              <a:gd name="connsiteY4" fmla="*/ 415615 h 667701"/>
              <a:gd name="connsiteX5" fmla="*/ 718590 w 869432"/>
              <a:gd name="connsiteY5" fmla="*/ 462615 h 667701"/>
              <a:gd name="connsiteX6" fmla="*/ 701679 w 869432"/>
              <a:gd name="connsiteY6" fmla="*/ 479524 h 667701"/>
              <a:gd name="connsiteX7" fmla="*/ 718590 w 869432"/>
              <a:gd name="connsiteY7" fmla="*/ 496434 h 667701"/>
              <a:gd name="connsiteX8" fmla="*/ 735498 w 869432"/>
              <a:gd name="connsiteY8" fmla="*/ 479524 h 667701"/>
              <a:gd name="connsiteX9" fmla="*/ 718590 w 869432"/>
              <a:gd name="connsiteY9" fmla="*/ 462615 h 667701"/>
              <a:gd name="connsiteX10" fmla="*/ 735106 w 869432"/>
              <a:gd name="connsiteY10" fmla="*/ 520447 h 667701"/>
              <a:gd name="connsiteX11" fmla="*/ 882 w 869432"/>
              <a:gd name="connsiteY11" fmla="*/ 498589 h 667701"/>
              <a:gd name="connsiteX12" fmla="*/ 851 w 869432"/>
              <a:gd name="connsiteY12" fmla="*/ 562942 h 667701"/>
              <a:gd name="connsiteX13" fmla="*/ 735095 w 869432"/>
              <a:gd name="connsiteY13" fmla="*/ 541804 h 667701"/>
              <a:gd name="connsiteX14" fmla="*/ 735106 w 869432"/>
              <a:gd name="connsiteY14" fmla="*/ 520447 h 667701"/>
              <a:gd name="connsiteX15" fmla="*/ 869433 w 869432"/>
              <a:gd name="connsiteY15" fmla="*/ 86625 h 667701"/>
              <a:gd name="connsiteX16" fmla="*/ 868901 w 869432"/>
              <a:gd name="connsiteY16" fmla="*/ 86643 h 667701"/>
              <a:gd name="connsiteX17" fmla="*/ 868901 w 869432"/>
              <a:gd name="connsiteY17" fmla="*/ 60899 h 667701"/>
              <a:gd name="connsiteX18" fmla="*/ 824516 w 869432"/>
              <a:gd name="connsiteY18" fmla="*/ 84357 h 667701"/>
              <a:gd name="connsiteX19" fmla="*/ 859616 w 869432"/>
              <a:gd name="connsiteY19" fmla="*/ 11130 h 667701"/>
              <a:gd name="connsiteX20" fmla="*/ 836399 w 869432"/>
              <a:gd name="connsiteY20" fmla="*/ 0 h 667701"/>
              <a:gd name="connsiteX21" fmla="*/ 800270 w 869432"/>
              <a:gd name="connsiteY21" fmla="*/ 75380 h 667701"/>
              <a:gd name="connsiteX22" fmla="*/ 788466 w 869432"/>
              <a:gd name="connsiteY22" fmla="*/ 24202 h 667701"/>
              <a:gd name="connsiteX23" fmla="*/ 766318 w 869432"/>
              <a:gd name="connsiteY23" fmla="*/ 37318 h 667701"/>
              <a:gd name="connsiteX24" fmla="*/ 762864 w 869432"/>
              <a:gd name="connsiteY24" fmla="*/ 149800 h 667701"/>
              <a:gd name="connsiteX25" fmla="*/ 726198 w 869432"/>
              <a:gd name="connsiteY25" fmla="*/ 150468 h 667701"/>
              <a:gd name="connsiteX26" fmla="*/ 632141 w 869432"/>
              <a:gd name="connsiteY26" fmla="*/ 278423 h 667701"/>
              <a:gd name="connsiteX27" fmla="*/ 625802 w 869432"/>
              <a:gd name="connsiteY27" fmla="*/ 294481 h 667701"/>
              <a:gd name="connsiteX28" fmla="*/ 588669 w 869432"/>
              <a:gd name="connsiteY28" fmla="*/ 278851 h 667701"/>
              <a:gd name="connsiteX29" fmla="*/ 598454 w 869432"/>
              <a:gd name="connsiteY29" fmla="*/ 246799 h 667701"/>
              <a:gd name="connsiteX30" fmla="*/ 519309 w 869432"/>
              <a:gd name="connsiteY30" fmla="*/ 148712 h 667701"/>
              <a:gd name="connsiteX31" fmla="*/ 421222 w 869432"/>
              <a:gd name="connsiteY31" fmla="*/ 227857 h 667701"/>
              <a:gd name="connsiteX32" fmla="*/ 421171 w 869432"/>
              <a:gd name="connsiteY32" fmla="*/ 228770 h 667701"/>
              <a:gd name="connsiteX33" fmla="*/ 370582 w 869432"/>
              <a:gd name="connsiteY33" fmla="*/ 249324 h 667701"/>
              <a:gd name="connsiteX34" fmla="*/ 369986 w 869432"/>
              <a:gd name="connsiteY34" fmla="*/ 247531 h 667701"/>
              <a:gd name="connsiteX35" fmla="*/ 188316 w 869432"/>
              <a:gd name="connsiteY35" fmla="*/ 155620 h 667701"/>
              <a:gd name="connsiteX36" fmla="*/ 183236 w 869432"/>
              <a:gd name="connsiteY36" fmla="*/ 157707 h 667701"/>
              <a:gd name="connsiteX37" fmla="*/ 131625 w 869432"/>
              <a:gd name="connsiteY37" fmla="*/ 115620 h 667701"/>
              <a:gd name="connsiteX38" fmla="*/ 127381 w 869432"/>
              <a:gd name="connsiteY38" fmla="*/ 141010 h 667701"/>
              <a:gd name="connsiteX39" fmla="*/ 159079 w 869432"/>
              <a:gd name="connsiteY39" fmla="*/ 166519 h 667701"/>
              <a:gd name="connsiteX40" fmla="*/ 150111 w 869432"/>
              <a:gd name="connsiteY40" fmla="*/ 169362 h 667701"/>
              <a:gd name="connsiteX41" fmla="*/ 71556 w 869432"/>
              <a:gd name="connsiteY41" fmla="*/ 243966 h 667701"/>
              <a:gd name="connsiteX42" fmla="*/ 68155 w 869432"/>
              <a:gd name="connsiteY42" fmla="*/ 354637 h 667701"/>
              <a:gd name="connsiteX43" fmla="*/ 95862 w 869432"/>
              <a:gd name="connsiteY43" fmla="*/ 354637 h 667701"/>
              <a:gd name="connsiteX44" fmla="*/ 92800 w 869432"/>
              <a:gd name="connsiteY44" fmla="*/ 347206 h 667701"/>
              <a:gd name="connsiteX45" fmla="*/ 95172 w 869432"/>
              <a:gd name="connsiteY45" fmla="*/ 254209 h 667701"/>
              <a:gd name="connsiteX46" fmla="*/ 132095 w 869432"/>
              <a:gd name="connsiteY46" fmla="*/ 207728 h 667701"/>
              <a:gd name="connsiteX47" fmla="*/ 141136 w 869432"/>
              <a:gd name="connsiteY47" fmla="*/ 328964 h 667701"/>
              <a:gd name="connsiteX48" fmla="*/ 151898 w 869432"/>
              <a:gd name="connsiteY48" fmla="*/ 354637 h 667701"/>
              <a:gd name="connsiteX49" fmla="*/ 180877 w 869432"/>
              <a:gd name="connsiteY49" fmla="*/ 354637 h 667701"/>
              <a:gd name="connsiteX50" fmla="*/ 165360 w 869432"/>
              <a:gd name="connsiteY50" fmla="*/ 320255 h 667701"/>
              <a:gd name="connsiteX51" fmla="*/ 163842 w 869432"/>
              <a:gd name="connsiteY51" fmla="*/ 198868 h 667701"/>
              <a:gd name="connsiteX52" fmla="*/ 163927 w 869432"/>
              <a:gd name="connsiteY52" fmla="*/ 198968 h 667701"/>
              <a:gd name="connsiteX53" fmla="*/ 178640 w 869432"/>
              <a:gd name="connsiteY53" fmla="*/ 188539 h 667701"/>
              <a:gd name="connsiteX54" fmla="*/ 196518 w 869432"/>
              <a:gd name="connsiteY54" fmla="*/ 187244 h 667701"/>
              <a:gd name="connsiteX55" fmla="*/ 196521 w 869432"/>
              <a:gd name="connsiteY55" fmla="*/ 187027 h 667701"/>
              <a:gd name="connsiteX56" fmla="*/ 272799 w 869432"/>
              <a:gd name="connsiteY56" fmla="*/ 281620 h 667701"/>
              <a:gd name="connsiteX57" fmla="*/ 286003 w 869432"/>
              <a:gd name="connsiteY57" fmla="*/ 354637 h 667701"/>
              <a:gd name="connsiteX58" fmla="*/ 311736 w 869432"/>
              <a:gd name="connsiteY58" fmla="*/ 354637 h 667701"/>
              <a:gd name="connsiteX59" fmla="*/ 297018 w 869432"/>
              <a:gd name="connsiteY59" fmla="*/ 272912 h 667701"/>
              <a:gd name="connsiteX60" fmla="*/ 226882 w 869432"/>
              <a:gd name="connsiteY60" fmla="*/ 173749 h 667701"/>
              <a:gd name="connsiteX61" fmla="*/ 345767 w 869432"/>
              <a:gd name="connsiteY61" fmla="*/ 256239 h 667701"/>
              <a:gd name="connsiteX62" fmla="*/ 340766 w 869432"/>
              <a:gd name="connsiteY62" fmla="*/ 354637 h 667701"/>
              <a:gd name="connsiteX63" fmla="*/ 368872 w 869432"/>
              <a:gd name="connsiteY63" fmla="*/ 354637 h 667701"/>
              <a:gd name="connsiteX64" fmla="*/ 377639 w 869432"/>
              <a:gd name="connsiteY64" fmla="*/ 278468 h 667701"/>
              <a:gd name="connsiteX65" fmla="*/ 377857 w 869432"/>
              <a:gd name="connsiteY65" fmla="*/ 278636 h 667701"/>
              <a:gd name="connsiteX66" fmla="*/ 427838 w 869432"/>
              <a:gd name="connsiteY66" fmla="*/ 254240 h 667701"/>
              <a:gd name="connsiteX67" fmla="*/ 491215 w 869432"/>
              <a:gd name="connsiteY67" fmla="*/ 317616 h 667701"/>
              <a:gd name="connsiteX68" fmla="*/ 479221 w 869432"/>
              <a:gd name="connsiteY68" fmla="*/ 354637 h 667701"/>
              <a:gd name="connsiteX69" fmla="*/ 511424 w 869432"/>
              <a:gd name="connsiteY69" fmla="*/ 354637 h 667701"/>
              <a:gd name="connsiteX70" fmla="*/ 573628 w 869432"/>
              <a:gd name="connsiteY70" fmla="*/ 303250 h 667701"/>
              <a:gd name="connsiteX71" fmla="*/ 616386 w 869432"/>
              <a:gd name="connsiteY71" fmla="*/ 319953 h 667701"/>
              <a:gd name="connsiteX72" fmla="*/ 604402 w 869432"/>
              <a:gd name="connsiteY72" fmla="*/ 354637 h 667701"/>
              <a:gd name="connsiteX73" fmla="*/ 631558 w 869432"/>
              <a:gd name="connsiteY73" fmla="*/ 354637 h 667701"/>
              <a:gd name="connsiteX74" fmla="*/ 655979 w 869432"/>
              <a:gd name="connsiteY74" fmla="*/ 288143 h 667701"/>
              <a:gd name="connsiteX75" fmla="*/ 734533 w 869432"/>
              <a:gd name="connsiteY75" fmla="*/ 174820 h 667701"/>
              <a:gd name="connsiteX76" fmla="*/ 766890 w 869432"/>
              <a:gd name="connsiteY76" fmla="*/ 179360 h 667701"/>
              <a:gd name="connsiteX77" fmla="*/ 785353 w 869432"/>
              <a:gd name="connsiteY77" fmla="*/ 203766 h 667701"/>
              <a:gd name="connsiteX78" fmla="*/ 765999 w 869432"/>
              <a:gd name="connsiteY78" fmla="*/ 273295 h 667701"/>
              <a:gd name="connsiteX79" fmla="*/ 740191 w 869432"/>
              <a:gd name="connsiteY79" fmla="*/ 259716 h 667701"/>
              <a:gd name="connsiteX80" fmla="*/ 722620 w 869432"/>
              <a:gd name="connsiteY80" fmla="*/ 248839 h 667701"/>
              <a:gd name="connsiteX81" fmla="*/ 709757 w 869432"/>
              <a:gd name="connsiteY81" fmla="*/ 271178 h 667701"/>
              <a:gd name="connsiteX82" fmla="*/ 727311 w 869432"/>
              <a:gd name="connsiteY82" fmla="*/ 282001 h 667701"/>
              <a:gd name="connsiteX83" fmla="*/ 752586 w 869432"/>
              <a:gd name="connsiteY83" fmla="*/ 295400 h 667701"/>
              <a:gd name="connsiteX84" fmla="*/ 740090 w 869432"/>
              <a:gd name="connsiteY84" fmla="*/ 313541 h 667701"/>
              <a:gd name="connsiteX85" fmla="*/ 699349 w 869432"/>
              <a:gd name="connsiteY85" fmla="*/ 292076 h 667701"/>
              <a:gd name="connsiteX86" fmla="*/ 686188 w 869432"/>
              <a:gd name="connsiteY86" fmla="*/ 314205 h 667701"/>
              <a:gd name="connsiteX87" fmla="*/ 724282 w 869432"/>
              <a:gd name="connsiteY87" fmla="*/ 334506 h 667701"/>
              <a:gd name="connsiteX88" fmla="*/ 707997 w 869432"/>
              <a:gd name="connsiteY88" fmla="*/ 354637 h 667701"/>
              <a:gd name="connsiteX89" fmla="*/ 741173 w 869432"/>
              <a:gd name="connsiteY89" fmla="*/ 354637 h 667701"/>
              <a:gd name="connsiteX90" fmla="*/ 748328 w 869432"/>
              <a:gd name="connsiteY90" fmla="*/ 345534 h 667701"/>
              <a:gd name="connsiteX91" fmla="*/ 810610 w 869432"/>
              <a:gd name="connsiteY91" fmla="*/ 198791 h 667701"/>
              <a:gd name="connsiteX92" fmla="*/ 794791 w 869432"/>
              <a:gd name="connsiteY92" fmla="*/ 168646 h 667701"/>
              <a:gd name="connsiteX93" fmla="*/ 869433 w 869432"/>
              <a:gd name="connsiteY93" fmla="*/ 86625 h 667701"/>
              <a:gd name="connsiteX94" fmla="*/ 572860 w 869432"/>
              <a:gd name="connsiteY94" fmla="*/ 244063 h 667701"/>
              <a:gd name="connsiteX95" fmla="*/ 557496 w 869432"/>
              <a:gd name="connsiteY95" fmla="*/ 279042 h 667701"/>
              <a:gd name="connsiteX96" fmla="*/ 515117 w 869432"/>
              <a:gd name="connsiteY96" fmla="*/ 299570 h 667701"/>
              <a:gd name="connsiteX97" fmla="*/ 446818 w 869432"/>
              <a:gd name="connsiteY97" fmla="*/ 230577 h 667701"/>
              <a:gd name="connsiteX98" fmla="*/ 516574 w 869432"/>
              <a:gd name="connsiteY98" fmla="*/ 174306 h 667701"/>
              <a:gd name="connsiteX99" fmla="*/ 572860 w 869432"/>
              <a:gd name="connsiteY99" fmla="*/ 244063 h 667701"/>
              <a:gd name="connsiteX100" fmla="*/ 804175 w 869432"/>
              <a:gd name="connsiteY100" fmla="*/ 415635 h 667701"/>
              <a:gd name="connsiteX101" fmla="*/ 782819 w 869432"/>
              <a:gd name="connsiteY101" fmla="*/ 415635 h 667701"/>
              <a:gd name="connsiteX102" fmla="*/ 777746 w 869432"/>
              <a:gd name="connsiteY102" fmla="*/ 619040 h 667701"/>
              <a:gd name="connsiteX103" fmla="*/ 0 w 869432"/>
              <a:gd name="connsiteY103" fmla="*/ 603348 h 667701"/>
              <a:gd name="connsiteX104" fmla="*/ 0 w 869432"/>
              <a:gd name="connsiteY104" fmla="*/ 667702 h 667701"/>
              <a:gd name="connsiteX105" fmla="*/ 99187 w 869432"/>
              <a:gd name="connsiteY105" fmla="*/ 665124 h 667701"/>
              <a:gd name="connsiteX106" fmla="*/ 810054 w 869432"/>
              <a:gd name="connsiteY106" fmla="*/ 651367 h 667701"/>
              <a:gd name="connsiteX107" fmla="*/ 809659 w 869432"/>
              <a:gd name="connsiteY107" fmla="*/ 635526 h 667701"/>
              <a:gd name="connsiteX108" fmla="*/ 804175 w 869432"/>
              <a:gd name="connsiteY108" fmla="*/ 415635 h 667701"/>
              <a:gd name="connsiteX109" fmla="*/ 718590 w 869432"/>
              <a:gd name="connsiteY109" fmla="*/ 564487 h 667701"/>
              <a:gd name="connsiteX110" fmla="*/ 701679 w 869432"/>
              <a:gd name="connsiteY110" fmla="*/ 581394 h 667701"/>
              <a:gd name="connsiteX111" fmla="*/ 718590 w 869432"/>
              <a:gd name="connsiteY111" fmla="*/ 598306 h 667701"/>
              <a:gd name="connsiteX112" fmla="*/ 735498 w 869432"/>
              <a:gd name="connsiteY112" fmla="*/ 581394 h 667701"/>
              <a:gd name="connsiteX113" fmla="*/ 718590 w 869432"/>
              <a:gd name="connsiteY113" fmla="*/ 564487 h 66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9432" h="667701">
                <a:moveTo>
                  <a:pt x="735106" y="415615"/>
                </a:moveTo>
                <a:lnTo>
                  <a:pt x="882" y="393757"/>
                </a:lnTo>
                <a:lnTo>
                  <a:pt x="851" y="458110"/>
                </a:lnTo>
                <a:lnTo>
                  <a:pt x="735095" y="436973"/>
                </a:lnTo>
                <a:lnTo>
                  <a:pt x="735106" y="415615"/>
                </a:lnTo>
                <a:close/>
                <a:moveTo>
                  <a:pt x="718590" y="462615"/>
                </a:moveTo>
                <a:cubicBezTo>
                  <a:pt x="709250" y="462615"/>
                  <a:pt x="701679" y="470186"/>
                  <a:pt x="701679" y="479524"/>
                </a:cubicBezTo>
                <a:cubicBezTo>
                  <a:pt x="701679" y="488862"/>
                  <a:pt x="709250" y="496434"/>
                  <a:pt x="718590" y="496434"/>
                </a:cubicBezTo>
                <a:cubicBezTo>
                  <a:pt x="727928" y="496434"/>
                  <a:pt x="735498" y="488862"/>
                  <a:pt x="735498" y="479524"/>
                </a:cubicBezTo>
                <a:cubicBezTo>
                  <a:pt x="735498" y="470186"/>
                  <a:pt x="727928" y="462615"/>
                  <a:pt x="718590" y="462615"/>
                </a:cubicBezTo>
                <a:close/>
                <a:moveTo>
                  <a:pt x="735106" y="520447"/>
                </a:moveTo>
                <a:lnTo>
                  <a:pt x="882" y="498589"/>
                </a:lnTo>
                <a:lnTo>
                  <a:pt x="851" y="562942"/>
                </a:lnTo>
                <a:lnTo>
                  <a:pt x="735095" y="541804"/>
                </a:lnTo>
                <a:lnTo>
                  <a:pt x="735106" y="520447"/>
                </a:lnTo>
                <a:close/>
                <a:moveTo>
                  <a:pt x="869433" y="86625"/>
                </a:moveTo>
                <a:lnTo>
                  <a:pt x="868901" y="86643"/>
                </a:lnTo>
                <a:lnTo>
                  <a:pt x="868901" y="60899"/>
                </a:lnTo>
                <a:cubicBezTo>
                  <a:pt x="865990" y="60899"/>
                  <a:pt x="848847" y="61969"/>
                  <a:pt x="824516" y="84357"/>
                </a:cubicBezTo>
                <a:lnTo>
                  <a:pt x="859616" y="11130"/>
                </a:lnTo>
                <a:lnTo>
                  <a:pt x="836399" y="0"/>
                </a:lnTo>
                <a:lnTo>
                  <a:pt x="800270" y="75380"/>
                </a:lnTo>
                <a:cubicBezTo>
                  <a:pt x="799059" y="42461"/>
                  <a:pt x="789180" y="25390"/>
                  <a:pt x="788466" y="24202"/>
                </a:cubicBezTo>
                <a:lnTo>
                  <a:pt x="766318" y="37318"/>
                </a:lnTo>
                <a:cubicBezTo>
                  <a:pt x="766539" y="37708"/>
                  <a:pt x="786902" y="74990"/>
                  <a:pt x="762864" y="149800"/>
                </a:cubicBezTo>
                <a:cubicBezTo>
                  <a:pt x="750532" y="146184"/>
                  <a:pt x="738255" y="146338"/>
                  <a:pt x="726198" y="150468"/>
                </a:cubicBezTo>
                <a:cubicBezTo>
                  <a:pt x="692977" y="161841"/>
                  <a:pt x="663091" y="202498"/>
                  <a:pt x="632141" y="278423"/>
                </a:cubicBezTo>
                <a:cubicBezTo>
                  <a:pt x="630089" y="283459"/>
                  <a:pt x="627972" y="288828"/>
                  <a:pt x="625802" y="294481"/>
                </a:cubicBezTo>
                <a:cubicBezTo>
                  <a:pt x="614752" y="286454"/>
                  <a:pt x="602121" y="281128"/>
                  <a:pt x="588669" y="278851"/>
                </a:cubicBezTo>
                <a:cubicBezTo>
                  <a:pt x="593870" y="268990"/>
                  <a:pt x="597234" y="258206"/>
                  <a:pt x="598454" y="246799"/>
                </a:cubicBezTo>
                <a:cubicBezTo>
                  <a:pt x="603678" y="197940"/>
                  <a:pt x="568174" y="153936"/>
                  <a:pt x="519309" y="148712"/>
                </a:cubicBezTo>
                <a:cubicBezTo>
                  <a:pt x="470534" y="143511"/>
                  <a:pt x="426446" y="178997"/>
                  <a:pt x="421222" y="227857"/>
                </a:cubicBezTo>
                <a:cubicBezTo>
                  <a:pt x="421191" y="228160"/>
                  <a:pt x="421200" y="228466"/>
                  <a:pt x="421171" y="228770"/>
                </a:cubicBezTo>
                <a:cubicBezTo>
                  <a:pt x="402373" y="230151"/>
                  <a:pt x="384801" y="237352"/>
                  <a:pt x="370582" y="249324"/>
                </a:cubicBezTo>
                <a:cubicBezTo>
                  <a:pt x="370376" y="248728"/>
                  <a:pt x="370201" y="248127"/>
                  <a:pt x="369986" y="247531"/>
                </a:cubicBezTo>
                <a:cubicBezTo>
                  <a:pt x="342384" y="170759"/>
                  <a:pt x="260884" y="129530"/>
                  <a:pt x="188316" y="155620"/>
                </a:cubicBezTo>
                <a:cubicBezTo>
                  <a:pt x="186586" y="156243"/>
                  <a:pt x="184932" y="157017"/>
                  <a:pt x="183236" y="157707"/>
                </a:cubicBezTo>
                <a:cubicBezTo>
                  <a:pt x="173548" y="130007"/>
                  <a:pt x="146662" y="118085"/>
                  <a:pt x="131625" y="115620"/>
                </a:cubicBezTo>
                <a:lnTo>
                  <a:pt x="127381" y="141010"/>
                </a:lnTo>
                <a:cubicBezTo>
                  <a:pt x="128511" y="141209"/>
                  <a:pt x="151934" y="145617"/>
                  <a:pt x="159079" y="166519"/>
                </a:cubicBezTo>
                <a:cubicBezTo>
                  <a:pt x="156067" y="167368"/>
                  <a:pt x="153072" y="168295"/>
                  <a:pt x="150111" y="169362"/>
                </a:cubicBezTo>
                <a:cubicBezTo>
                  <a:pt x="114815" y="182052"/>
                  <a:pt x="86916" y="208546"/>
                  <a:pt x="71556" y="243966"/>
                </a:cubicBezTo>
                <a:cubicBezTo>
                  <a:pt x="56485" y="278709"/>
                  <a:pt x="55307" y="317953"/>
                  <a:pt x="68155" y="354637"/>
                </a:cubicBezTo>
                <a:lnTo>
                  <a:pt x="95862" y="354637"/>
                </a:lnTo>
                <a:cubicBezTo>
                  <a:pt x="94807" y="352181"/>
                  <a:pt x="93713" y="349746"/>
                  <a:pt x="92800" y="347206"/>
                </a:cubicBezTo>
                <a:cubicBezTo>
                  <a:pt x="81706" y="316344"/>
                  <a:pt x="82544" y="283318"/>
                  <a:pt x="95172" y="254209"/>
                </a:cubicBezTo>
                <a:cubicBezTo>
                  <a:pt x="103450" y="235124"/>
                  <a:pt x="116174" y="219266"/>
                  <a:pt x="132095" y="207728"/>
                </a:cubicBezTo>
                <a:cubicBezTo>
                  <a:pt x="122366" y="239414"/>
                  <a:pt x="124758" y="283411"/>
                  <a:pt x="141136" y="328964"/>
                </a:cubicBezTo>
                <a:cubicBezTo>
                  <a:pt x="144327" y="337836"/>
                  <a:pt x="147933" y="346425"/>
                  <a:pt x="151898" y="354637"/>
                </a:cubicBezTo>
                <a:lnTo>
                  <a:pt x="180877" y="354637"/>
                </a:lnTo>
                <a:cubicBezTo>
                  <a:pt x="174996" y="344013"/>
                  <a:pt x="169753" y="332471"/>
                  <a:pt x="165360" y="320255"/>
                </a:cubicBezTo>
                <a:cubicBezTo>
                  <a:pt x="149585" y="276386"/>
                  <a:pt x="147042" y="223156"/>
                  <a:pt x="163842" y="198868"/>
                </a:cubicBezTo>
                <a:lnTo>
                  <a:pt x="163927" y="198968"/>
                </a:lnTo>
                <a:cubicBezTo>
                  <a:pt x="168543" y="195055"/>
                  <a:pt x="173474" y="191598"/>
                  <a:pt x="178640" y="188539"/>
                </a:cubicBezTo>
                <a:cubicBezTo>
                  <a:pt x="184555" y="187608"/>
                  <a:pt x="190533" y="187136"/>
                  <a:pt x="196518" y="187244"/>
                </a:cubicBezTo>
                <a:lnTo>
                  <a:pt x="196521" y="187027"/>
                </a:lnTo>
                <a:cubicBezTo>
                  <a:pt x="224977" y="194951"/>
                  <a:pt x="256997" y="237680"/>
                  <a:pt x="272799" y="281620"/>
                </a:cubicBezTo>
                <a:cubicBezTo>
                  <a:pt x="281864" y="306837"/>
                  <a:pt x="286343" y="332132"/>
                  <a:pt x="286003" y="354637"/>
                </a:cubicBezTo>
                <a:lnTo>
                  <a:pt x="311736" y="354637"/>
                </a:lnTo>
                <a:cubicBezTo>
                  <a:pt x="312045" y="329103"/>
                  <a:pt x="307055" y="300813"/>
                  <a:pt x="297018" y="272912"/>
                </a:cubicBezTo>
                <a:cubicBezTo>
                  <a:pt x="280660" y="227418"/>
                  <a:pt x="254521" y="192007"/>
                  <a:pt x="226882" y="173749"/>
                </a:cubicBezTo>
                <a:cubicBezTo>
                  <a:pt x="277162" y="170765"/>
                  <a:pt x="326739" y="203345"/>
                  <a:pt x="345767" y="256239"/>
                </a:cubicBezTo>
                <a:cubicBezTo>
                  <a:pt x="357974" y="290192"/>
                  <a:pt x="355106" y="325689"/>
                  <a:pt x="340766" y="354637"/>
                </a:cubicBezTo>
                <a:lnTo>
                  <a:pt x="368872" y="354637"/>
                </a:lnTo>
                <a:cubicBezTo>
                  <a:pt x="378077" y="331152"/>
                  <a:pt x="381389" y="304913"/>
                  <a:pt x="377639" y="278468"/>
                </a:cubicBezTo>
                <a:lnTo>
                  <a:pt x="377857" y="278636"/>
                </a:lnTo>
                <a:cubicBezTo>
                  <a:pt x="389971" y="263130"/>
                  <a:pt x="408191" y="254240"/>
                  <a:pt x="427838" y="254240"/>
                </a:cubicBezTo>
                <a:cubicBezTo>
                  <a:pt x="462783" y="254240"/>
                  <a:pt x="491215" y="282671"/>
                  <a:pt x="491215" y="317616"/>
                </a:cubicBezTo>
                <a:cubicBezTo>
                  <a:pt x="491215" y="331112"/>
                  <a:pt x="486893" y="343993"/>
                  <a:pt x="479221" y="354637"/>
                </a:cubicBezTo>
                <a:lnTo>
                  <a:pt x="511424" y="354637"/>
                </a:lnTo>
                <a:cubicBezTo>
                  <a:pt x="517048" y="325410"/>
                  <a:pt x="542784" y="303250"/>
                  <a:pt x="573628" y="303250"/>
                </a:cubicBezTo>
                <a:cubicBezTo>
                  <a:pt x="589621" y="303250"/>
                  <a:pt x="604673" y="309201"/>
                  <a:pt x="616386" y="319953"/>
                </a:cubicBezTo>
                <a:cubicBezTo>
                  <a:pt x="612527" y="330733"/>
                  <a:pt x="608528" y="342304"/>
                  <a:pt x="604402" y="354637"/>
                </a:cubicBezTo>
                <a:lnTo>
                  <a:pt x="631558" y="354637"/>
                </a:lnTo>
                <a:cubicBezTo>
                  <a:pt x="640411" y="328544"/>
                  <a:pt x="648612" y="306212"/>
                  <a:pt x="655979" y="288143"/>
                </a:cubicBezTo>
                <a:cubicBezTo>
                  <a:pt x="683528" y="220553"/>
                  <a:pt x="709223" y="183484"/>
                  <a:pt x="734533" y="174820"/>
                </a:cubicBezTo>
                <a:cubicBezTo>
                  <a:pt x="744887" y="171272"/>
                  <a:pt x="755467" y="172762"/>
                  <a:pt x="766890" y="179360"/>
                </a:cubicBezTo>
                <a:cubicBezTo>
                  <a:pt x="777256" y="185355"/>
                  <a:pt x="783296" y="193337"/>
                  <a:pt x="785353" y="203766"/>
                </a:cubicBezTo>
                <a:cubicBezTo>
                  <a:pt x="787898" y="216687"/>
                  <a:pt x="785406" y="238272"/>
                  <a:pt x="765999" y="273295"/>
                </a:cubicBezTo>
                <a:cubicBezTo>
                  <a:pt x="757377" y="269172"/>
                  <a:pt x="748740" y="264658"/>
                  <a:pt x="740191" y="259716"/>
                </a:cubicBezTo>
                <a:cubicBezTo>
                  <a:pt x="734203" y="256255"/>
                  <a:pt x="728355" y="252584"/>
                  <a:pt x="722620" y="248839"/>
                </a:cubicBezTo>
                <a:lnTo>
                  <a:pt x="709757" y="271178"/>
                </a:lnTo>
                <a:cubicBezTo>
                  <a:pt x="715502" y="274900"/>
                  <a:pt x="721343" y="278552"/>
                  <a:pt x="727311" y="282001"/>
                </a:cubicBezTo>
                <a:cubicBezTo>
                  <a:pt x="735675" y="286837"/>
                  <a:pt x="744129" y="291285"/>
                  <a:pt x="752586" y="295400"/>
                </a:cubicBezTo>
                <a:cubicBezTo>
                  <a:pt x="748823" y="301151"/>
                  <a:pt x="744665" y="307197"/>
                  <a:pt x="740090" y="313541"/>
                </a:cubicBezTo>
                <a:cubicBezTo>
                  <a:pt x="727997" y="307870"/>
                  <a:pt x="710751" y="298563"/>
                  <a:pt x="699349" y="292076"/>
                </a:cubicBezTo>
                <a:lnTo>
                  <a:pt x="686188" y="314205"/>
                </a:lnTo>
                <a:cubicBezTo>
                  <a:pt x="696127" y="319867"/>
                  <a:pt x="711535" y="328265"/>
                  <a:pt x="724282" y="334506"/>
                </a:cubicBezTo>
                <a:cubicBezTo>
                  <a:pt x="719321" y="340820"/>
                  <a:pt x="713856" y="347569"/>
                  <a:pt x="707997" y="354637"/>
                </a:cubicBezTo>
                <a:lnTo>
                  <a:pt x="741173" y="354637"/>
                </a:lnTo>
                <a:cubicBezTo>
                  <a:pt x="743655" y="351522"/>
                  <a:pt x="746067" y="348462"/>
                  <a:pt x="748328" y="345534"/>
                </a:cubicBezTo>
                <a:cubicBezTo>
                  <a:pt x="797219" y="282219"/>
                  <a:pt x="817589" y="234220"/>
                  <a:pt x="810610" y="198791"/>
                </a:cubicBezTo>
                <a:cubicBezTo>
                  <a:pt x="808292" y="187025"/>
                  <a:pt x="802951" y="176966"/>
                  <a:pt x="794791" y="168646"/>
                </a:cubicBezTo>
                <a:cubicBezTo>
                  <a:pt x="836736" y="90352"/>
                  <a:pt x="869107" y="86656"/>
                  <a:pt x="869433" y="86625"/>
                </a:cubicBezTo>
                <a:close/>
                <a:moveTo>
                  <a:pt x="572860" y="244063"/>
                </a:moveTo>
                <a:cubicBezTo>
                  <a:pt x="571454" y="257208"/>
                  <a:pt x="566130" y="269216"/>
                  <a:pt x="557496" y="279042"/>
                </a:cubicBezTo>
                <a:cubicBezTo>
                  <a:pt x="541453" y="281993"/>
                  <a:pt x="526932" y="289247"/>
                  <a:pt x="515117" y="299570"/>
                </a:cubicBezTo>
                <a:cubicBezTo>
                  <a:pt x="508019" y="265201"/>
                  <a:pt x="481054" y="238042"/>
                  <a:pt x="446818" y="230577"/>
                </a:cubicBezTo>
                <a:cubicBezTo>
                  <a:pt x="450545" y="195831"/>
                  <a:pt x="481837" y="170541"/>
                  <a:pt x="516574" y="174306"/>
                </a:cubicBezTo>
                <a:cubicBezTo>
                  <a:pt x="551325" y="178022"/>
                  <a:pt x="576572" y="209317"/>
                  <a:pt x="572860" y="244063"/>
                </a:cubicBezTo>
                <a:close/>
                <a:moveTo>
                  <a:pt x="804175" y="415635"/>
                </a:moveTo>
                <a:lnTo>
                  <a:pt x="782819" y="415635"/>
                </a:lnTo>
                <a:lnTo>
                  <a:pt x="777746" y="619040"/>
                </a:lnTo>
                <a:cubicBezTo>
                  <a:pt x="550772" y="614373"/>
                  <a:pt x="219072" y="609016"/>
                  <a:pt x="0" y="603348"/>
                </a:cubicBezTo>
                <a:lnTo>
                  <a:pt x="0" y="667702"/>
                </a:lnTo>
                <a:lnTo>
                  <a:pt x="99187" y="665124"/>
                </a:lnTo>
                <a:cubicBezTo>
                  <a:pt x="287372" y="661552"/>
                  <a:pt x="618992" y="654968"/>
                  <a:pt x="810054" y="651367"/>
                </a:cubicBezTo>
                <a:lnTo>
                  <a:pt x="809659" y="635526"/>
                </a:lnTo>
                <a:lnTo>
                  <a:pt x="804175" y="415635"/>
                </a:lnTo>
                <a:close/>
                <a:moveTo>
                  <a:pt x="718590" y="564487"/>
                </a:moveTo>
                <a:cubicBezTo>
                  <a:pt x="709250" y="564487"/>
                  <a:pt x="701679" y="572056"/>
                  <a:pt x="701679" y="581394"/>
                </a:cubicBezTo>
                <a:cubicBezTo>
                  <a:pt x="701679" y="590735"/>
                  <a:pt x="709250" y="598306"/>
                  <a:pt x="718590" y="598306"/>
                </a:cubicBezTo>
                <a:cubicBezTo>
                  <a:pt x="727928" y="598306"/>
                  <a:pt x="735498" y="590735"/>
                  <a:pt x="735498" y="581394"/>
                </a:cubicBezTo>
                <a:cubicBezTo>
                  <a:pt x="735498" y="572056"/>
                  <a:pt x="727928" y="564487"/>
                  <a:pt x="718590" y="56448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AD90C022-B8AB-A433-9F0F-4792D8A70CFC}"/>
              </a:ext>
            </a:extLst>
          </p:cNvPr>
          <p:cNvSpPr>
            <a:spLocks noChangeAspect="1"/>
          </p:cNvSpPr>
          <p:nvPr/>
        </p:nvSpPr>
        <p:spPr bwMode="gray">
          <a:xfrm>
            <a:off x="6560966" y="1557192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45F76F03-3161-122B-FBC7-833E5AACCDD9}"/>
              </a:ext>
            </a:extLst>
          </p:cNvPr>
          <p:cNvSpPr>
            <a:spLocks noChangeAspect="1"/>
          </p:cNvSpPr>
          <p:nvPr/>
        </p:nvSpPr>
        <p:spPr bwMode="gray">
          <a:xfrm>
            <a:off x="8220566" y="1456034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9B94F98B-41B1-AC94-9719-9C7EE9A977FC}"/>
              </a:ext>
            </a:extLst>
          </p:cNvPr>
          <p:cNvSpPr>
            <a:spLocks noChangeAspect="1"/>
          </p:cNvSpPr>
          <p:nvPr/>
        </p:nvSpPr>
        <p:spPr bwMode="gray">
          <a:xfrm>
            <a:off x="2013256" y="2947165"/>
            <a:ext cx="586981" cy="936109"/>
          </a:xfrm>
          <a:custGeom>
            <a:avLst/>
            <a:gdLst>
              <a:gd name="connsiteX0" fmla="*/ 586859 w 586981"/>
              <a:gd name="connsiteY0" fmla="*/ 848686 h 936109"/>
              <a:gd name="connsiteX1" fmla="*/ 585039 w 586981"/>
              <a:gd name="connsiteY1" fmla="*/ 712419 h 936109"/>
              <a:gd name="connsiteX2" fmla="*/ 579229 w 586981"/>
              <a:gd name="connsiteY2" fmla="*/ 638673 h 936109"/>
              <a:gd name="connsiteX3" fmla="*/ 518485 w 586981"/>
              <a:gd name="connsiteY3" fmla="*/ 560055 h 936109"/>
              <a:gd name="connsiteX4" fmla="*/ 468989 w 586981"/>
              <a:gd name="connsiteY4" fmla="*/ 537543 h 936109"/>
              <a:gd name="connsiteX5" fmla="*/ 260607 w 586981"/>
              <a:gd name="connsiteY5" fmla="*/ 502367 h 936109"/>
              <a:gd name="connsiteX6" fmla="*/ 91649 w 586981"/>
              <a:gd name="connsiteY6" fmla="*/ 549207 h 936109"/>
              <a:gd name="connsiteX7" fmla="*/ 10197 w 586981"/>
              <a:gd name="connsiteY7" fmla="*/ 623317 h 936109"/>
              <a:gd name="connsiteX8" fmla="*/ 1 w 586981"/>
              <a:gd name="connsiteY8" fmla="*/ 674602 h 936109"/>
              <a:gd name="connsiteX9" fmla="*/ 284 w 586981"/>
              <a:gd name="connsiteY9" fmla="*/ 695899 h 936109"/>
              <a:gd name="connsiteX10" fmla="*/ 2944 w 586981"/>
              <a:gd name="connsiteY10" fmla="*/ 894952 h 936109"/>
              <a:gd name="connsiteX11" fmla="*/ 24039 w 586981"/>
              <a:gd name="connsiteY11" fmla="*/ 900299 h 936109"/>
              <a:gd name="connsiteX12" fmla="*/ 24371 w 586981"/>
              <a:gd name="connsiteY12" fmla="*/ 900299 h 936109"/>
              <a:gd name="connsiteX13" fmla="*/ 26757 w 586981"/>
              <a:gd name="connsiteY13" fmla="*/ 721185 h 936109"/>
              <a:gd name="connsiteX14" fmla="*/ 206498 w 586981"/>
              <a:gd name="connsiteY14" fmla="*/ 765304 h 936109"/>
              <a:gd name="connsiteX15" fmla="*/ 200389 w 586981"/>
              <a:gd name="connsiteY15" fmla="*/ 871883 h 936109"/>
              <a:gd name="connsiteX16" fmla="*/ 96197 w 586981"/>
              <a:gd name="connsiteY16" fmla="*/ 851854 h 936109"/>
              <a:gd name="connsiteX17" fmla="*/ 66999 w 586981"/>
              <a:gd name="connsiteY17" fmla="*/ 843328 h 936109"/>
              <a:gd name="connsiteX18" fmla="*/ 66999 w 586981"/>
              <a:gd name="connsiteY18" fmla="*/ 910101 h 936109"/>
              <a:gd name="connsiteX19" fmla="*/ 313491 w 586981"/>
              <a:gd name="connsiteY19" fmla="*/ 935362 h 936109"/>
              <a:gd name="connsiteX20" fmla="*/ 577842 w 586981"/>
              <a:gd name="connsiteY20" fmla="*/ 868209 h 936109"/>
              <a:gd name="connsiteX21" fmla="*/ 586981 w 586981"/>
              <a:gd name="connsiteY21" fmla="*/ 857876 h 936109"/>
              <a:gd name="connsiteX22" fmla="*/ 586859 w 586981"/>
              <a:gd name="connsiteY22" fmla="*/ 848686 h 936109"/>
              <a:gd name="connsiteX23" fmla="*/ 27113 w 586981"/>
              <a:gd name="connsiteY23" fmla="*/ 694766 h 936109"/>
              <a:gd name="connsiteX24" fmla="*/ 27388 w 586981"/>
              <a:gd name="connsiteY24" fmla="*/ 674611 h 936109"/>
              <a:gd name="connsiteX25" fmla="*/ 89174 w 586981"/>
              <a:gd name="connsiteY25" fmla="*/ 584631 h 936109"/>
              <a:gd name="connsiteX26" fmla="*/ 171603 w 586981"/>
              <a:gd name="connsiteY26" fmla="*/ 553851 h 936109"/>
              <a:gd name="connsiteX27" fmla="*/ 203681 w 586981"/>
              <a:gd name="connsiteY27" fmla="*/ 738105 h 936109"/>
              <a:gd name="connsiteX28" fmla="*/ 27113 w 586981"/>
              <a:gd name="connsiteY28" fmla="*/ 694766 h 936109"/>
              <a:gd name="connsiteX29" fmla="*/ 345185 w 586981"/>
              <a:gd name="connsiteY29" fmla="*/ 751598 h 936109"/>
              <a:gd name="connsiteX30" fmla="*/ 344952 w 586981"/>
              <a:gd name="connsiteY30" fmla="*/ 755655 h 936109"/>
              <a:gd name="connsiteX31" fmla="*/ 337947 w 586981"/>
              <a:gd name="connsiteY31" fmla="*/ 877867 h 936109"/>
              <a:gd name="connsiteX32" fmla="*/ 261164 w 586981"/>
              <a:gd name="connsiteY32" fmla="*/ 876863 h 936109"/>
              <a:gd name="connsiteX33" fmla="*/ 254215 w 586981"/>
              <a:gd name="connsiteY33" fmla="*/ 755655 h 936109"/>
              <a:gd name="connsiteX34" fmla="*/ 253982 w 586981"/>
              <a:gd name="connsiteY34" fmla="*/ 751596 h 936109"/>
              <a:gd name="connsiteX35" fmla="*/ 193972 w 586981"/>
              <a:gd name="connsiteY35" fmla="*/ 548198 h 936109"/>
              <a:gd name="connsiteX36" fmla="*/ 402635 w 586981"/>
              <a:gd name="connsiteY36" fmla="*/ 556871 h 936109"/>
              <a:gd name="connsiteX37" fmla="*/ 345571 w 586981"/>
              <a:gd name="connsiteY37" fmla="*/ 750288 h 936109"/>
              <a:gd name="connsiteX38" fmla="*/ 345185 w 586981"/>
              <a:gd name="connsiteY38" fmla="*/ 751598 h 936109"/>
              <a:gd name="connsiteX39" fmla="*/ 536559 w 586981"/>
              <a:gd name="connsiteY39" fmla="*/ 836215 h 936109"/>
              <a:gd name="connsiteX40" fmla="*/ 398901 w 586981"/>
              <a:gd name="connsiteY40" fmla="*/ 874020 h 936109"/>
              <a:gd name="connsiteX41" fmla="*/ 392669 w 586981"/>
              <a:gd name="connsiteY41" fmla="*/ 765304 h 936109"/>
              <a:gd name="connsiteX42" fmla="*/ 537962 w 586981"/>
              <a:gd name="connsiteY42" fmla="*/ 729641 h 936109"/>
              <a:gd name="connsiteX43" fmla="*/ 536559 w 586981"/>
              <a:gd name="connsiteY43" fmla="*/ 836215 h 936109"/>
              <a:gd name="connsiteX44" fmla="*/ 538311 w 586981"/>
              <a:gd name="connsiteY44" fmla="*/ 703049 h 936109"/>
              <a:gd name="connsiteX45" fmla="*/ 395487 w 586981"/>
              <a:gd name="connsiteY45" fmla="*/ 738105 h 936109"/>
              <a:gd name="connsiteX46" fmla="*/ 425672 w 586981"/>
              <a:gd name="connsiteY46" fmla="*/ 564720 h 936109"/>
              <a:gd name="connsiteX47" fmla="*/ 453330 w 586981"/>
              <a:gd name="connsiteY47" fmla="*/ 575845 h 936109"/>
              <a:gd name="connsiteX48" fmla="*/ 496328 w 586981"/>
              <a:gd name="connsiteY48" fmla="*/ 596608 h 936109"/>
              <a:gd name="connsiteX49" fmla="*/ 535826 w 586981"/>
              <a:gd name="connsiteY49" fmla="*/ 650633 h 936109"/>
              <a:gd name="connsiteX50" fmla="*/ 538652 w 586981"/>
              <a:gd name="connsiteY50" fmla="*/ 678351 h 936109"/>
              <a:gd name="connsiteX51" fmla="*/ 538311 w 586981"/>
              <a:gd name="connsiteY51" fmla="*/ 703049 h 936109"/>
              <a:gd name="connsiteX52" fmla="*/ 439884 w 586981"/>
              <a:gd name="connsiteY52" fmla="*/ 272043 h 936109"/>
              <a:gd name="connsiteX53" fmla="*/ 424038 w 586981"/>
              <a:gd name="connsiteY53" fmla="*/ 345275 h 936109"/>
              <a:gd name="connsiteX54" fmla="*/ 139653 w 586981"/>
              <a:gd name="connsiteY54" fmla="*/ 276847 h 936109"/>
              <a:gd name="connsiteX55" fmla="*/ 118297 w 586981"/>
              <a:gd name="connsiteY55" fmla="*/ 276847 h 936109"/>
              <a:gd name="connsiteX56" fmla="*/ 133612 w 586981"/>
              <a:gd name="connsiteY56" fmla="*/ 353332 h 936109"/>
              <a:gd name="connsiteX57" fmla="*/ 469713 w 586981"/>
              <a:gd name="connsiteY57" fmla="*/ 372946 h 936109"/>
              <a:gd name="connsiteX58" fmla="*/ 499830 w 586981"/>
              <a:gd name="connsiteY58" fmla="*/ 276477 h 936109"/>
              <a:gd name="connsiteX59" fmla="*/ 500617 w 586981"/>
              <a:gd name="connsiteY59" fmla="*/ 253604 h 936109"/>
              <a:gd name="connsiteX60" fmla="*/ 500835 w 586981"/>
              <a:gd name="connsiteY60" fmla="*/ 247261 h 936109"/>
              <a:gd name="connsiteX61" fmla="*/ 560018 w 586981"/>
              <a:gd name="connsiteY61" fmla="*/ 249316 h 936109"/>
              <a:gd name="connsiteX62" fmla="*/ 560018 w 586981"/>
              <a:gd name="connsiteY62" fmla="*/ 184963 h 936109"/>
              <a:gd name="connsiteX63" fmla="*/ 497905 w 586981"/>
              <a:gd name="connsiteY63" fmla="*/ 187120 h 936109"/>
              <a:gd name="connsiteX64" fmla="*/ 373066 w 586981"/>
              <a:gd name="connsiteY64" fmla="*/ 35385 h 936109"/>
              <a:gd name="connsiteX65" fmla="*/ 370860 w 586981"/>
              <a:gd name="connsiteY65" fmla="*/ 34709 h 936109"/>
              <a:gd name="connsiteX66" fmla="*/ 363482 w 586981"/>
              <a:gd name="connsiteY66" fmla="*/ 21710 h 936109"/>
              <a:gd name="connsiteX67" fmla="*/ 299222 w 586981"/>
              <a:gd name="connsiteY67" fmla="*/ 0 h 936109"/>
              <a:gd name="connsiteX68" fmla="*/ 234963 w 586981"/>
              <a:gd name="connsiteY68" fmla="*/ 21706 h 936109"/>
              <a:gd name="connsiteX69" fmla="*/ 227583 w 586981"/>
              <a:gd name="connsiteY69" fmla="*/ 34710 h 936109"/>
              <a:gd name="connsiteX70" fmla="*/ 225379 w 586981"/>
              <a:gd name="connsiteY70" fmla="*/ 35385 h 936109"/>
              <a:gd name="connsiteX71" fmla="*/ 114827 w 586981"/>
              <a:gd name="connsiteY71" fmla="*/ 140185 h 936109"/>
              <a:gd name="connsiteX72" fmla="*/ 98528 w 586981"/>
              <a:gd name="connsiteY72" fmla="*/ 200984 h 936109"/>
              <a:gd name="connsiteX73" fmla="*/ 38427 w 586981"/>
              <a:gd name="connsiteY73" fmla="*/ 203070 h 936109"/>
              <a:gd name="connsiteX74" fmla="*/ 38427 w 586981"/>
              <a:gd name="connsiteY74" fmla="*/ 231209 h 936109"/>
              <a:gd name="connsiteX75" fmla="*/ 438724 w 586981"/>
              <a:gd name="connsiteY75" fmla="*/ 245106 h 936109"/>
              <a:gd name="connsiteX76" fmla="*/ 439884 w 586981"/>
              <a:gd name="connsiteY76" fmla="*/ 272043 h 936109"/>
              <a:gd name="connsiteX77" fmla="*/ 160479 w 586981"/>
              <a:gd name="connsiteY77" fmla="*/ 198834 h 936109"/>
              <a:gd name="connsiteX78" fmla="*/ 190953 w 586981"/>
              <a:gd name="connsiteY78" fmla="*/ 104227 h 936109"/>
              <a:gd name="connsiteX79" fmla="*/ 225899 w 586981"/>
              <a:gd name="connsiteY79" fmla="*/ 72044 h 936109"/>
              <a:gd name="connsiteX80" fmla="*/ 242789 w 586981"/>
              <a:gd name="connsiteY80" fmla="*/ 130297 h 936109"/>
              <a:gd name="connsiteX81" fmla="*/ 266081 w 586981"/>
              <a:gd name="connsiteY81" fmla="*/ 119331 h 936109"/>
              <a:gd name="connsiteX82" fmla="*/ 251107 w 586981"/>
              <a:gd name="connsiteY82" fmla="*/ 66832 h 936109"/>
              <a:gd name="connsiteX83" fmla="*/ 254810 w 586981"/>
              <a:gd name="connsiteY83" fmla="*/ 38103 h 936109"/>
              <a:gd name="connsiteX84" fmla="*/ 299222 w 586981"/>
              <a:gd name="connsiteY84" fmla="*/ 25745 h 936109"/>
              <a:gd name="connsiteX85" fmla="*/ 343635 w 586981"/>
              <a:gd name="connsiteY85" fmla="*/ 38103 h 936109"/>
              <a:gd name="connsiteX86" fmla="*/ 347337 w 586981"/>
              <a:gd name="connsiteY86" fmla="*/ 66832 h 936109"/>
              <a:gd name="connsiteX87" fmla="*/ 332372 w 586981"/>
              <a:gd name="connsiteY87" fmla="*/ 119300 h 936109"/>
              <a:gd name="connsiteX88" fmla="*/ 355651 w 586981"/>
              <a:gd name="connsiteY88" fmla="*/ 130297 h 936109"/>
              <a:gd name="connsiteX89" fmla="*/ 372541 w 586981"/>
              <a:gd name="connsiteY89" fmla="*/ 72041 h 936109"/>
              <a:gd name="connsiteX90" fmla="*/ 407491 w 586981"/>
              <a:gd name="connsiteY90" fmla="*/ 104227 h 936109"/>
              <a:gd name="connsiteX91" fmla="*/ 437648 w 586981"/>
              <a:gd name="connsiteY91" fmla="*/ 189211 h 936109"/>
              <a:gd name="connsiteX92" fmla="*/ 160479 w 586981"/>
              <a:gd name="connsiteY92" fmla="*/ 198834 h 93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86981" h="936109">
                <a:moveTo>
                  <a:pt x="586859" y="848686"/>
                </a:moveTo>
                <a:cubicBezTo>
                  <a:pt x="586859" y="848686"/>
                  <a:pt x="585038" y="712419"/>
                  <a:pt x="585039" y="712419"/>
                </a:cubicBezTo>
                <a:cubicBezTo>
                  <a:pt x="584225" y="690057"/>
                  <a:pt x="586429" y="660045"/>
                  <a:pt x="579229" y="638673"/>
                </a:cubicBezTo>
                <a:cubicBezTo>
                  <a:pt x="569974" y="605855"/>
                  <a:pt x="547716" y="577273"/>
                  <a:pt x="518485" y="560055"/>
                </a:cubicBezTo>
                <a:cubicBezTo>
                  <a:pt x="502620" y="551047"/>
                  <a:pt x="485822" y="544387"/>
                  <a:pt x="468989" y="537543"/>
                </a:cubicBezTo>
                <a:cubicBezTo>
                  <a:pt x="403046" y="511608"/>
                  <a:pt x="332084" y="496274"/>
                  <a:pt x="260607" y="502367"/>
                </a:cubicBezTo>
                <a:cubicBezTo>
                  <a:pt x="201258" y="507362"/>
                  <a:pt x="145035" y="524955"/>
                  <a:pt x="91649" y="549207"/>
                </a:cubicBezTo>
                <a:cubicBezTo>
                  <a:pt x="55968" y="563931"/>
                  <a:pt x="25353" y="586660"/>
                  <a:pt x="10197" y="623317"/>
                </a:cubicBezTo>
                <a:cubicBezTo>
                  <a:pt x="3277" y="639506"/>
                  <a:pt x="-58" y="657054"/>
                  <a:pt x="1" y="674602"/>
                </a:cubicBezTo>
                <a:cubicBezTo>
                  <a:pt x="112" y="677425"/>
                  <a:pt x="138" y="692760"/>
                  <a:pt x="284" y="695899"/>
                </a:cubicBezTo>
                <a:cubicBezTo>
                  <a:pt x="847" y="738088"/>
                  <a:pt x="2298" y="846465"/>
                  <a:pt x="2944" y="894952"/>
                </a:cubicBezTo>
                <a:cubicBezTo>
                  <a:pt x="10847" y="896965"/>
                  <a:pt x="17855" y="898741"/>
                  <a:pt x="24039" y="900299"/>
                </a:cubicBezTo>
                <a:lnTo>
                  <a:pt x="24371" y="900299"/>
                </a:lnTo>
                <a:cubicBezTo>
                  <a:pt x="24963" y="856924"/>
                  <a:pt x="25974" y="779756"/>
                  <a:pt x="26757" y="721185"/>
                </a:cubicBezTo>
                <a:lnTo>
                  <a:pt x="206498" y="765304"/>
                </a:lnTo>
                <a:lnTo>
                  <a:pt x="200389" y="871883"/>
                </a:lnTo>
                <a:cubicBezTo>
                  <a:pt x="159636" y="867234"/>
                  <a:pt x="123191" y="860290"/>
                  <a:pt x="96197" y="851854"/>
                </a:cubicBezTo>
                <a:lnTo>
                  <a:pt x="66999" y="843328"/>
                </a:lnTo>
                <a:lnTo>
                  <a:pt x="66999" y="910101"/>
                </a:lnTo>
                <a:cubicBezTo>
                  <a:pt x="147080" y="931298"/>
                  <a:pt x="231259" y="938641"/>
                  <a:pt x="313491" y="935362"/>
                </a:cubicBezTo>
                <a:cubicBezTo>
                  <a:pt x="392794" y="932398"/>
                  <a:pt x="516093" y="922393"/>
                  <a:pt x="577842" y="868209"/>
                </a:cubicBezTo>
                <a:cubicBezTo>
                  <a:pt x="580152" y="866116"/>
                  <a:pt x="584771" y="860323"/>
                  <a:pt x="586981" y="857876"/>
                </a:cubicBezTo>
                <a:lnTo>
                  <a:pt x="586859" y="848686"/>
                </a:lnTo>
                <a:close/>
                <a:moveTo>
                  <a:pt x="27113" y="694766"/>
                </a:moveTo>
                <a:cubicBezTo>
                  <a:pt x="27212" y="687461"/>
                  <a:pt x="27305" y="680670"/>
                  <a:pt x="27388" y="674611"/>
                </a:cubicBezTo>
                <a:cubicBezTo>
                  <a:pt x="27705" y="635402"/>
                  <a:pt x="52863" y="599180"/>
                  <a:pt x="89174" y="584631"/>
                </a:cubicBezTo>
                <a:cubicBezTo>
                  <a:pt x="116970" y="571746"/>
                  <a:pt x="144379" y="561463"/>
                  <a:pt x="171603" y="553851"/>
                </a:cubicBezTo>
                <a:lnTo>
                  <a:pt x="203681" y="738105"/>
                </a:lnTo>
                <a:lnTo>
                  <a:pt x="27113" y="694766"/>
                </a:lnTo>
                <a:close/>
                <a:moveTo>
                  <a:pt x="345185" y="751598"/>
                </a:moveTo>
                <a:lnTo>
                  <a:pt x="344952" y="755655"/>
                </a:lnTo>
                <a:lnTo>
                  <a:pt x="337947" y="877867"/>
                </a:lnTo>
                <a:cubicBezTo>
                  <a:pt x="312349" y="878552"/>
                  <a:pt x="286446" y="878157"/>
                  <a:pt x="261164" y="876863"/>
                </a:cubicBezTo>
                <a:lnTo>
                  <a:pt x="254215" y="755655"/>
                </a:lnTo>
                <a:cubicBezTo>
                  <a:pt x="254215" y="755655"/>
                  <a:pt x="253983" y="751598"/>
                  <a:pt x="253982" y="751596"/>
                </a:cubicBezTo>
                <a:cubicBezTo>
                  <a:pt x="253705" y="750639"/>
                  <a:pt x="208167" y="596319"/>
                  <a:pt x="193972" y="548198"/>
                </a:cubicBezTo>
                <a:cubicBezTo>
                  <a:pt x="263288" y="532568"/>
                  <a:pt x="331746" y="534783"/>
                  <a:pt x="402635" y="556871"/>
                </a:cubicBezTo>
                <a:lnTo>
                  <a:pt x="345571" y="750288"/>
                </a:lnTo>
                <a:lnTo>
                  <a:pt x="345185" y="751598"/>
                </a:lnTo>
                <a:close/>
                <a:moveTo>
                  <a:pt x="536559" y="836215"/>
                </a:moveTo>
                <a:cubicBezTo>
                  <a:pt x="504096" y="856319"/>
                  <a:pt x="454388" y="868276"/>
                  <a:pt x="398901" y="874020"/>
                </a:cubicBezTo>
                <a:lnTo>
                  <a:pt x="392669" y="765304"/>
                </a:lnTo>
                <a:lnTo>
                  <a:pt x="537962" y="729641"/>
                </a:lnTo>
                <a:cubicBezTo>
                  <a:pt x="537485" y="766235"/>
                  <a:pt x="536898" y="811920"/>
                  <a:pt x="536559" y="836215"/>
                </a:cubicBezTo>
                <a:close/>
                <a:moveTo>
                  <a:pt x="538311" y="703049"/>
                </a:moveTo>
                <a:lnTo>
                  <a:pt x="395487" y="738105"/>
                </a:lnTo>
                <a:lnTo>
                  <a:pt x="425672" y="564720"/>
                </a:lnTo>
                <a:cubicBezTo>
                  <a:pt x="434845" y="568110"/>
                  <a:pt x="444057" y="571788"/>
                  <a:pt x="453330" y="575845"/>
                </a:cubicBezTo>
                <a:cubicBezTo>
                  <a:pt x="467823" y="582188"/>
                  <a:pt x="482769" y="588573"/>
                  <a:pt x="496328" y="596608"/>
                </a:cubicBezTo>
                <a:cubicBezTo>
                  <a:pt x="515695" y="608735"/>
                  <a:pt x="530316" y="628549"/>
                  <a:pt x="535826" y="650633"/>
                </a:cubicBezTo>
                <a:cubicBezTo>
                  <a:pt x="538203" y="659637"/>
                  <a:pt x="538883" y="669071"/>
                  <a:pt x="538652" y="678351"/>
                </a:cubicBezTo>
                <a:cubicBezTo>
                  <a:pt x="538582" y="682962"/>
                  <a:pt x="538461" y="691776"/>
                  <a:pt x="538311" y="703049"/>
                </a:cubicBezTo>
                <a:close/>
                <a:moveTo>
                  <a:pt x="439884" y="272043"/>
                </a:moveTo>
                <a:cubicBezTo>
                  <a:pt x="441633" y="297346"/>
                  <a:pt x="436575" y="322672"/>
                  <a:pt x="424038" y="345275"/>
                </a:cubicBezTo>
                <a:cubicBezTo>
                  <a:pt x="349665" y="474423"/>
                  <a:pt x="147679" y="427610"/>
                  <a:pt x="139653" y="276847"/>
                </a:cubicBezTo>
                <a:lnTo>
                  <a:pt x="118297" y="276847"/>
                </a:lnTo>
                <a:cubicBezTo>
                  <a:pt x="117411" y="302844"/>
                  <a:pt x="122674" y="329283"/>
                  <a:pt x="133612" y="353332"/>
                </a:cubicBezTo>
                <a:cubicBezTo>
                  <a:pt x="195950" y="488173"/>
                  <a:pt x="389586" y="497408"/>
                  <a:pt x="469713" y="372946"/>
                </a:cubicBezTo>
                <a:cubicBezTo>
                  <a:pt x="488252" y="344745"/>
                  <a:pt x="498854" y="310640"/>
                  <a:pt x="499830" y="276477"/>
                </a:cubicBezTo>
                <a:cubicBezTo>
                  <a:pt x="499791" y="273300"/>
                  <a:pt x="500698" y="257213"/>
                  <a:pt x="500617" y="253604"/>
                </a:cubicBezTo>
                <a:cubicBezTo>
                  <a:pt x="500617" y="253604"/>
                  <a:pt x="500773" y="249079"/>
                  <a:pt x="500835" y="247261"/>
                </a:cubicBezTo>
                <a:lnTo>
                  <a:pt x="560018" y="249316"/>
                </a:lnTo>
                <a:lnTo>
                  <a:pt x="560018" y="184963"/>
                </a:lnTo>
                <a:lnTo>
                  <a:pt x="497905" y="187120"/>
                </a:lnTo>
                <a:cubicBezTo>
                  <a:pt x="484824" y="118968"/>
                  <a:pt x="440997" y="57628"/>
                  <a:pt x="373066" y="35385"/>
                </a:cubicBezTo>
                <a:cubicBezTo>
                  <a:pt x="372335" y="35137"/>
                  <a:pt x="371594" y="34946"/>
                  <a:pt x="370860" y="34709"/>
                </a:cubicBezTo>
                <a:cubicBezTo>
                  <a:pt x="369077" y="29944"/>
                  <a:pt x="366671" y="25570"/>
                  <a:pt x="363482" y="21710"/>
                </a:cubicBezTo>
                <a:cubicBezTo>
                  <a:pt x="351417" y="7103"/>
                  <a:pt x="330398" y="0"/>
                  <a:pt x="299222" y="0"/>
                </a:cubicBezTo>
                <a:cubicBezTo>
                  <a:pt x="268046" y="0"/>
                  <a:pt x="247028" y="7103"/>
                  <a:pt x="234963" y="21706"/>
                </a:cubicBezTo>
                <a:cubicBezTo>
                  <a:pt x="231773" y="25567"/>
                  <a:pt x="229367" y="29942"/>
                  <a:pt x="227583" y="34710"/>
                </a:cubicBezTo>
                <a:cubicBezTo>
                  <a:pt x="226850" y="34947"/>
                  <a:pt x="226109" y="35137"/>
                  <a:pt x="225379" y="35385"/>
                </a:cubicBezTo>
                <a:cubicBezTo>
                  <a:pt x="175905" y="51578"/>
                  <a:pt x="134770" y="91787"/>
                  <a:pt x="114827" y="140185"/>
                </a:cubicBezTo>
                <a:cubicBezTo>
                  <a:pt x="106560" y="159620"/>
                  <a:pt x="101331" y="180187"/>
                  <a:pt x="98528" y="200984"/>
                </a:cubicBezTo>
                <a:lnTo>
                  <a:pt x="38427" y="203070"/>
                </a:lnTo>
                <a:lnTo>
                  <a:pt x="38427" y="231209"/>
                </a:lnTo>
                <a:lnTo>
                  <a:pt x="438724" y="245106"/>
                </a:lnTo>
                <a:cubicBezTo>
                  <a:pt x="439186" y="255703"/>
                  <a:pt x="439642" y="266214"/>
                  <a:pt x="439884" y="272043"/>
                </a:cubicBezTo>
                <a:close/>
                <a:moveTo>
                  <a:pt x="160479" y="198834"/>
                </a:moveTo>
                <a:cubicBezTo>
                  <a:pt x="160757" y="164974"/>
                  <a:pt x="169972" y="131412"/>
                  <a:pt x="190953" y="104227"/>
                </a:cubicBezTo>
                <a:cubicBezTo>
                  <a:pt x="200592" y="91477"/>
                  <a:pt x="212515" y="80706"/>
                  <a:pt x="225899" y="72044"/>
                </a:cubicBezTo>
                <a:cubicBezTo>
                  <a:pt x="233160" y="109636"/>
                  <a:pt x="242400" y="129466"/>
                  <a:pt x="242789" y="130297"/>
                </a:cubicBezTo>
                <a:lnTo>
                  <a:pt x="266081" y="119331"/>
                </a:lnTo>
                <a:cubicBezTo>
                  <a:pt x="265998" y="119154"/>
                  <a:pt x="257697" y="101103"/>
                  <a:pt x="251107" y="66832"/>
                </a:cubicBezTo>
                <a:cubicBezTo>
                  <a:pt x="248562" y="53595"/>
                  <a:pt x="249773" y="44195"/>
                  <a:pt x="254810" y="38103"/>
                </a:cubicBezTo>
                <a:cubicBezTo>
                  <a:pt x="261488" y="30015"/>
                  <a:pt x="276844" y="25745"/>
                  <a:pt x="299222" y="25745"/>
                </a:cubicBezTo>
                <a:cubicBezTo>
                  <a:pt x="321597" y="25745"/>
                  <a:pt x="336957" y="30015"/>
                  <a:pt x="343635" y="38103"/>
                </a:cubicBezTo>
                <a:cubicBezTo>
                  <a:pt x="348672" y="44195"/>
                  <a:pt x="349883" y="53595"/>
                  <a:pt x="347337" y="66832"/>
                </a:cubicBezTo>
                <a:cubicBezTo>
                  <a:pt x="340744" y="101103"/>
                  <a:pt x="332443" y="119154"/>
                  <a:pt x="332372" y="119300"/>
                </a:cubicBezTo>
                <a:lnTo>
                  <a:pt x="355651" y="130297"/>
                </a:lnTo>
                <a:cubicBezTo>
                  <a:pt x="356040" y="129466"/>
                  <a:pt x="365280" y="109634"/>
                  <a:pt x="372541" y="72041"/>
                </a:cubicBezTo>
                <a:cubicBezTo>
                  <a:pt x="385926" y="80704"/>
                  <a:pt x="397849" y="91474"/>
                  <a:pt x="407491" y="104227"/>
                </a:cubicBezTo>
                <a:cubicBezTo>
                  <a:pt x="426483" y="128832"/>
                  <a:pt x="435833" y="158667"/>
                  <a:pt x="437648" y="189211"/>
                </a:cubicBezTo>
                <a:lnTo>
                  <a:pt x="160479" y="19883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C2BBB227-4D0B-333B-66EA-2FE26F8EB0E8}"/>
              </a:ext>
            </a:extLst>
          </p:cNvPr>
          <p:cNvSpPr>
            <a:spLocks noChangeAspect="1"/>
          </p:cNvSpPr>
          <p:nvPr/>
        </p:nvSpPr>
        <p:spPr bwMode="gray">
          <a:xfrm>
            <a:off x="9591781" y="3070684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670CF8E7-A446-106E-0BE0-045C18D91E86}"/>
              </a:ext>
            </a:extLst>
          </p:cNvPr>
          <p:cNvSpPr>
            <a:spLocks noChangeAspect="1"/>
          </p:cNvSpPr>
          <p:nvPr/>
        </p:nvSpPr>
        <p:spPr bwMode="gray">
          <a:xfrm>
            <a:off x="3474947" y="4447783"/>
            <a:ext cx="756390" cy="933319"/>
          </a:xfrm>
          <a:custGeom>
            <a:avLst/>
            <a:gdLst>
              <a:gd name="connsiteX0" fmla="*/ 162857 w 756390"/>
              <a:gd name="connsiteY0" fmla="*/ 291297 h 933319"/>
              <a:gd name="connsiteX1" fmla="*/ 202428 w 756390"/>
              <a:gd name="connsiteY1" fmla="*/ 350883 h 933319"/>
              <a:gd name="connsiteX2" fmla="*/ 284731 w 756390"/>
              <a:gd name="connsiteY2" fmla="*/ 472179 h 933319"/>
              <a:gd name="connsiteX3" fmla="*/ 393949 w 756390"/>
              <a:gd name="connsiteY3" fmla="*/ 326258 h 933319"/>
              <a:gd name="connsiteX4" fmla="*/ 459342 w 756390"/>
              <a:gd name="connsiteY4" fmla="*/ 143612 h 933319"/>
              <a:gd name="connsiteX5" fmla="*/ 322776 w 756390"/>
              <a:gd name="connsiteY5" fmla="*/ 2075 h 933319"/>
              <a:gd name="connsiteX6" fmla="*/ 137626 w 756390"/>
              <a:gd name="connsiteY6" fmla="*/ 235199 h 933319"/>
              <a:gd name="connsiteX7" fmla="*/ 162857 w 756390"/>
              <a:gd name="connsiteY7" fmla="*/ 291297 h 933319"/>
              <a:gd name="connsiteX8" fmla="*/ 263465 w 756390"/>
              <a:gd name="connsiteY8" fmla="*/ 45116 h 933319"/>
              <a:gd name="connsiteX9" fmla="*/ 426470 w 756390"/>
              <a:gd name="connsiteY9" fmla="*/ 204823 h 933319"/>
              <a:gd name="connsiteX10" fmla="*/ 374249 w 756390"/>
              <a:gd name="connsiteY10" fmla="*/ 312834 h 933319"/>
              <a:gd name="connsiteX11" fmla="*/ 311383 w 756390"/>
              <a:gd name="connsiteY11" fmla="*/ 404073 h 933319"/>
              <a:gd name="connsiteX12" fmla="*/ 248332 w 756390"/>
              <a:gd name="connsiteY12" fmla="*/ 318621 h 933319"/>
              <a:gd name="connsiteX13" fmla="*/ 207402 w 756390"/>
              <a:gd name="connsiteY13" fmla="*/ 262003 h 933319"/>
              <a:gd name="connsiteX14" fmla="*/ 186061 w 756390"/>
              <a:gd name="connsiteY14" fmla="*/ 218771 h 933319"/>
              <a:gd name="connsiteX15" fmla="*/ 263465 w 756390"/>
              <a:gd name="connsiteY15" fmla="*/ 45116 h 933319"/>
              <a:gd name="connsiteX16" fmla="*/ 730293 w 756390"/>
              <a:gd name="connsiteY16" fmla="*/ 626316 h 933319"/>
              <a:gd name="connsiteX17" fmla="*/ 751822 w 756390"/>
              <a:gd name="connsiteY17" fmla="*/ 611437 h 933319"/>
              <a:gd name="connsiteX18" fmla="*/ 756071 w 756390"/>
              <a:gd name="connsiteY18" fmla="*/ 215875 h 933319"/>
              <a:gd name="connsiteX19" fmla="*/ 756390 w 756390"/>
              <a:gd name="connsiteY19" fmla="*/ 186131 h 933319"/>
              <a:gd name="connsiteX20" fmla="*/ 731990 w 756390"/>
              <a:gd name="connsiteY20" fmla="*/ 203750 h 933319"/>
              <a:gd name="connsiteX21" fmla="*/ 505213 w 756390"/>
              <a:gd name="connsiteY21" fmla="*/ 367502 h 933319"/>
              <a:gd name="connsiteX22" fmla="*/ 445796 w 756390"/>
              <a:gd name="connsiteY22" fmla="*/ 322307 h 933319"/>
              <a:gd name="connsiteX23" fmla="*/ 443947 w 756390"/>
              <a:gd name="connsiteY23" fmla="*/ 324943 h 933319"/>
              <a:gd name="connsiteX24" fmla="*/ 422184 w 756390"/>
              <a:gd name="connsiteY24" fmla="*/ 354222 h 933319"/>
              <a:gd name="connsiteX25" fmla="*/ 492051 w 756390"/>
              <a:gd name="connsiteY25" fmla="*/ 404669 h 933319"/>
              <a:gd name="connsiteX26" fmla="*/ 492051 w 756390"/>
              <a:gd name="connsiteY26" fmla="*/ 839901 h 933319"/>
              <a:gd name="connsiteX27" fmla="*/ 282201 w 756390"/>
              <a:gd name="connsiteY27" fmla="*/ 667201 h 933319"/>
              <a:gd name="connsiteX28" fmla="*/ 282201 w 756390"/>
              <a:gd name="connsiteY28" fmla="*/ 602250 h 933319"/>
              <a:gd name="connsiteX29" fmla="*/ 293929 w 756390"/>
              <a:gd name="connsiteY29" fmla="*/ 599270 h 933319"/>
              <a:gd name="connsiteX30" fmla="*/ 329562 w 756390"/>
              <a:gd name="connsiteY30" fmla="*/ 620522 h 933319"/>
              <a:gd name="connsiteX31" fmla="*/ 337854 w 756390"/>
              <a:gd name="connsiteY31" fmla="*/ 634224 h 933319"/>
              <a:gd name="connsiteX32" fmla="*/ 368898 w 756390"/>
              <a:gd name="connsiteY32" fmla="*/ 651317 h 933319"/>
              <a:gd name="connsiteX33" fmla="*/ 370645 w 756390"/>
              <a:gd name="connsiteY33" fmla="*/ 651358 h 933319"/>
              <a:gd name="connsiteX34" fmla="*/ 405630 w 756390"/>
              <a:gd name="connsiteY34" fmla="*/ 634304 h 933319"/>
              <a:gd name="connsiteX35" fmla="*/ 411021 w 756390"/>
              <a:gd name="connsiteY35" fmla="*/ 628894 h 933319"/>
              <a:gd name="connsiteX36" fmla="*/ 408871 w 756390"/>
              <a:gd name="connsiteY36" fmla="*/ 621569 h 933319"/>
              <a:gd name="connsiteX37" fmla="*/ 441138 w 756390"/>
              <a:gd name="connsiteY37" fmla="*/ 448314 h 933319"/>
              <a:gd name="connsiteX38" fmla="*/ 453341 w 756390"/>
              <a:gd name="connsiteY38" fmla="*/ 437823 h 933319"/>
              <a:gd name="connsiteX39" fmla="*/ 393243 w 756390"/>
              <a:gd name="connsiteY39" fmla="*/ 393158 h 933319"/>
              <a:gd name="connsiteX40" fmla="*/ 377886 w 756390"/>
              <a:gd name="connsiteY40" fmla="*/ 413817 h 933319"/>
              <a:gd name="connsiteX41" fmla="*/ 412972 w 756390"/>
              <a:gd name="connsiteY41" fmla="*/ 439894 h 933319"/>
              <a:gd name="connsiteX42" fmla="*/ 374440 w 756390"/>
              <a:gd name="connsiteY42" fmla="*/ 555390 h 933319"/>
              <a:gd name="connsiteX43" fmla="*/ 382102 w 756390"/>
              <a:gd name="connsiteY43" fmla="*/ 620789 h 933319"/>
              <a:gd name="connsiteX44" fmla="*/ 370108 w 756390"/>
              <a:gd name="connsiteY44" fmla="*/ 625604 h 933319"/>
              <a:gd name="connsiteX45" fmla="*/ 357688 w 756390"/>
              <a:gd name="connsiteY45" fmla="*/ 617818 h 933319"/>
              <a:gd name="connsiteX46" fmla="*/ 352926 w 756390"/>
              <a:gd name="connsiteY46" fmla="*/ 609717 h 933319"/>
              <a:gd name="connsiteX47" fmla="*/ 291611 w 756390"/>
              <a:gd name="connsiteY47" fmla="*/ 573631 h 933319"/>
              <a:gd name="connsiteX48" fmla="*/ 282201 w 756390"/>
              <a:gd name="connsiteY48" fmla="*/ 575215 h 933319"/>
              <a:gd name="connsiteX49" fmla="*/ 282201 w 756390"/>
              <a:gd name="connsiteY49" fmla="*/ 537713 h 933319"/>
              <a:gd name="connsiteX50" fmla="*/ 256456 w 756390"/>
              <a:gd name="connsiteY50" fmla="*/ 502528 h 933319"/>
              <a:gd name="connsiteX51" fmla="*/ 256456 w 756390"/>
              <a:gd name="connsiteY51" fmla="*/ 587696 h 933319"/>
              <a:gd name="connsiteX52" fmla="*/ 254772 w 756390"/>
              <a:gd name="connsiteY52" fmla="*/ 588956 h 933319"/>
              <a:gd name="connsiteX53" fmla="*/ 191084 w 756390"/>
              <a:gd name="connsiteY53" fmla="*/ 616279 h 933319"/>
              <a:gd name="connsiteX54" fmla="*/ 179808 w 756390"/>
              <a:gd name="connsiteY54" fmla="*/ 612346 h 933319"/>
              <a:gd name="connsiteX55" fmla="*/ 202715 w 756390"/>
              <a:gd name="connsiteY55" fmla="*/ 518108 h 933319"/>
              <a:gd name="connsiteX56" fmla="*/ 185169 w 756390"/>
              <a:gd name="connsiteY56" fmla="*/ 474396 h 933319"/>
              <a:gd name="connsiteX57" fmla="*/ 137095 w 756390"/>
              <a:gd name="connsiteY57" fmla="*/ 460539 h 933319"/>
              <a:gd name="connsiteX58" fmla="*/ 137095 w 756390"/>
              <a:gd name="connsiteY58" fmla="*/ 442563 h 933319"/>
              <a:gd name="connsiteX59" fmla="*/ 187362 w 756390"/>
              <a:gd name="connsiteY59" fmla="*/ 401869 h 933319"/>
              <a:gd name="connsiteX60" fmla="*/ 172900 w 756390"/>
              <a:gd name="connsiteY60" fmla="*/ 380456 h 933319"/>
              <a:gd name="connsiteX61" fmla="*/ 111350 w 756390"/>
              <a:gd name="connsiteY61" fmla="*/ 430280 h 933319"/>
              <a:gd name="connsiteX62" fmla="*/ 111385 w 756390"/>
              <a:gd name="connsiteY62" fmla="*/ 490341 h 933319"/>
              <a:gd name="connsiteX63" fmla="*/ 126683 w 756390"/>
              <a:gd name="connsiteY63" fmla="*/ 487406 h 933319"/>
              <a:gd name="connsiteX64" fmla="*/ 168648 w 756390"/>
              <a:gd name="connsiteY64" fmla="*/ 494132 h 933319"/>
              <a:gd name="connsiteX65" fmla="*/ 176979 w 756390"/>
              <a:gd name="connsiteY65" fmla="*/ 517522 h 933319"/>
              <a:gd name="connsiteX66" fmla="*/ 152840 w 756390"/>
              <a:gd name="connsiteY66" fmla="*/ 608320 h 933319"/>
              <a:gd name="connsiteX67" fmla="*/ 148641 w 756390"/>
              <a:gd name="connsiteY67" fmla="*/ 615264 h 933319"/>
              <a:gd name="connsiteX68" fmla="*/ 153097 w 756390"/>
              <a:gd name="connsiteY68" fmla="*/ 622043 h 933319"/>
              <a:gd name="connsiteX69" fmla="*/ 186331 w 756390"/>
              <a:gd name="connsiteY69" fmla="*/ 641598 h 933319"/>
              <a:gd name="connsiteX70" fmla="*/ 256456 w 756390"/>
              <a:gd name="connsiteY70" fmla="*/ 619729 h 933319"/>
              <a:gd name="connsiteX71" fmla="*/ 256456 w 756390"/>
              <a:gd name="connsiteY71" fmla="*/ 667382 h 933319"/>
              <a:gd name="connsiteX72" fmla="*/ 64095 w 756390"/>
              <a:gd name="connsiteY72" fmla="*/ 799475 h 933319"/>
              <a:gd name="connsiteX73" fmla="*/ 59036 w 756390"/>
              <a:gd name="connsiteY73" fmla="*/ 403634 h 933319"/>
              <a:gd name="connsiteX74" fmla="*/ 144617 w 756390"/>
              <a:gd name="connsiteY74" fmla="*/ 338536 h 933319"/>
              <a:gd name="connsiteX75" fmla="*/ 117205 w 756390"/>
              <a:gd name="connsiteY75" fmla="*/ 297751 h 933319"/>
              <a:gd name="connsiteX76" fmla="*/ 17289 w 756390"/>
              <a:gd name="connsiteY76" fmla="*/ 369899 h 933319"/>
              <a:gd name="connsiteX77" fmla="*/ 6916 w 756390"/>
              <a:gd name="connsiteY77" fmla="*/ 377388 h 933319"/>
              <a:gd name="connsiteX78" fmla="*/ 6743 w 756390"/>
              <a:gd name="connsiteY78" fmla="*/ 390839 h 933319"/>
              <a:gd name="connsiteX79" fmla="*/ 1729 w 756390"/>
              <a:gd name="connsiteY79" fmla="*/ 783115 h 933319"/>
              <a:gd name="connsiteX80" fmla="*/ 1705 w 756390"/>
              <a:gd name="connsiteY80" fmla="*/ 783091 h 933319"/>
              <a:gd name="connsiteX81" fmla="*/ 1056 w 756390"/>
              <a:gd name="connsiteY81" fmla="*/ 835839 h 933319"/>
              <a:gd name="connsiteX82" fmla="*/ 631 w 756390"/>
              <a:gd name="connsiteY82" fmla="*/ 869086 h 933319"/>
              <a:gd name="connsiteX83" fmla="*/ 646 w 756390"/>
              <a:gd name="connsiteY83" fmla="*/ 869086 h 933319"/>
              <a:gd name="connsiteX84" fmla="*/ 0 w 756390"/>
              <a:gd name="connsiteY84" fmla="*/ 921589 h 933319"/>
              <a:gd name="connsiteX85" fmla="*/ 51020 w 756390"/>
              <a:gd name="connsiteY85" fmla="*/ 886513 h 933319"/>
              <a:gd name="connsiteX86" fmla="*/ 51023 w 756390"/>
              <a:gd name="connsiteY86" fmla="*/ 886517 h 933319"/>
              <a:gd name="connsiteX87" fmla="*/ 267116 w 756390"/>
              <a:gd name="connsiteY87" fmla="*/ 738134 h 933319"/>
              <a:gd name="connsiteX88" fmla="*/ 504293 w 756390"/>
              <a:gd name="connsiteY88" fmla="*/ 933319 h 933319"/>
              <a:gd name="connsiteX89" fmla="*/ 753397 w 756390"/>
              <a:gd name="connsiteY89" fmla="*/ 740807 h 933319"/>
              <a:gd name="connsiteX90" fmla="*/ 752696 w 756390"/>
              <a:gd name="connsiteY90" fmla="*/ 660020 h 933319"/>
              <a:gd name="connsiteX91" fmla="*/ 517796 w 756390"/>
              <a:gd name="connsiteY91" fmla="*/ 841553 h 933319"/>
              <a:gd name="connsiteX92" fmla="*/ 517796 w 756390"/>
              <a:gd name="connsiteY92" fmla="*/ 404603 h 933319"/>
              <a:gd name="connsiteX93" fmla="*/ 726208 w 756390"/>
              <a:gd name="connsiteY93" fmla="*/ 246074 h 933319"/>
              <a:gd name="connsiteX94" fmla="*/ 730293 w 756390"/>
              <a:gd name="connsiteY94" fmla="*/ 626316 h 933319"/>
              <a:gd name="connsiteX95" fmla="*/ 298444 w 756390"/>
              <a:gd name="connsiteY95" fmla="*/ 245812 h 933319"/>
              <a:gd name="connsiteX96" fmla="*/ 381934 w 756390"/>
              <a:gd name="connsiteY96" fmla="*/ 162326 h 933319"/>
              <a:gd name="connsiteX97" fmla="*/ 298444 w 756390"/>
              <a:gd name="connsiteY97" fmla="*/ 78836 h 933319"/>
              <a:gd name="connsiteX98" fmla="*/ 214957 w 756390"/>
              <a:gd name="connsiteY98" fmla="*/ 162326 h 933319"/>
              <a:gd name="connsiteX99" fmla="*/ 298444 w 756390"/>
              <a:gd name="connsiteY99" fmla="*/ 245812 h 933319"/>
              <a:gd name="connsiteX100" fmla="*/ 298444 w 756390"/>
              <a:gd name="connsiteY100" fmla="*/ 104581 h 933319"/>
              <a:gd name="connsiteX101" fmla="*/ 356189 w 756390"/>
              <a:gd name="connsiteY101" fmla="*/ 162326 h 933319"/>
              <a:gd name="connsiteX102" fmla="*/ 298444 w 756390"/>
              <a:gd name="connsiteY102" fmla="*/ 220068 h 933319"/>
              <a:gd name="connsiteX103" fmla="*/ 240702 w 756390"/>
              <a:gd name="connsiteY103" fmla="*/ 162326 h 933319"/>
              <a:gd name="connsiteX104" fmla="*/ 298444 w 756390"/>
              <a:gd name="connsiteY104" fmla="*/ 104581 h 933319"/>
              <a:gd name="connsiteX105" fmla="*/ 401027 w 756390"/>
              <a:gd name="connsiteY105" fmla="*/ 696945 h 933319"/>
              <a:gd name="connsiteX106" fmla="*/ 442282 w 756390"/>
              <a:gd name="connsiteY106" fmla="*/ 758091 h 933319"/>
              <a:gd name="connsiteX107" fmla="*/ 454263 w 756390"/>
              <a:gd name="connsiteY107" fmla="*/ 764277 h 933319"/>
              <a:gd name="connsiteX108" fmla="*/ 459886 w 756390"/>
              <a:gd name="connsiteY108" fmla="*/ 752021 h 933319"/>
              <a:gd name="connsiteX109" fmla="*/ 461907 w 756390"/>
              <a:gd name="connsiteY109" fmla="*/ 664114 h 933319"/>
              <a:gd name="connsiteX110" fmla="*/ 458919 w 756390"/>
              <a:gd name="connsiteY110" fmla="*/ 652768 h 933319"/>
              <a:gd name="connsiteX111" fmla="*/ 447346 w 756390"/>
              <a:gd name="connsiteY111" fmla="*/ 654696 h 933319"/>
              <a:gd name="connsiteX112" fmla="*/ 401027 w 756390"/>
              <a:gd name="connsiteY112" fmla="*/ 696945 h 933319"/>
              <a:gd name="connsiteX113" fmla="*/ 426310 w 756390"/>
              <a:gd name="connsiteY113" fmla="*/ 701760 h 933319"/>
              <a:gd name="connsiteX114" fmla="*/ 439972 w 756390"/>
              <a:gd name="connsiteY114" fmla="*/ 684361 h 933319"/>
              <a:gd name="connsiteX115" fmla="*/ 440447 w 756390"/>
              <a:gd name="connsiteY115" fmla="*/ 725957 h 933319"/>
              <a:gd name="connsiteX116" fmla="*/ 426310 w 756390"/>
              <a:gd name="connsiteY116" fmla="*/ 701760 h 933319"/>
              <a:gd name="connsiteX117" fmla="*/ 563578 w 756390"/>
              <a:gd name="connsiteY117" fmla="*/ 717513 h 933319"/>
              <a:gd name="connsiteX118" fmla="*/ 687856 w 756390"/>
              <a:gd name="connsiteY118" fmla="*/ 649038 h 933319"/>
              <a:gd name="connsiteX119" fmla="*/ 687160 w 756390"/>
              <a:gd name="connsiteY119" fmla="*/ 577327 h 933319"/>
              <a:gd name="connsiteX120" fmla="*/ 563578 w 756390"/>
              <a:gd name="connsiteY120" fmla="*/ 687166 h 933319"/>
              <a:gd name="connsiteX121" fmla="*/ 563578 w 756390"/>
              <a:gd name="connsiteY121" fmla="*/ 717513 h 933319"/>
              <a:gd name="connsiteX122" fmla="*/ 563578 w 756390"/>
              <a:gd name="connsiteY122" fmla="*/ 596933 h 933319"/>
              <a:gd name="connsiteX123" fmla="*/ 686693 w 756390"/>
              <a:gd name="connsiteY123" fmla="*/ 529100 h 933319"/>
              <a:gd name="connsiteX124" fmla="*/ 686000 w 756390"/>
              <a:gd name="connsiteY124" fmla="*/ 457779 h 933319"/>
              <a:gd name="connsiteX125" fmla="*/ 563578 w 756390"/>
              <a:gd name="connsiteY125" fmla="*/ 566588 h 933319"/>
              <a:gd name="connsiteX126" fmla="*/ 563578 w 756390"/>
              <a:gd name="connsiteY126" fmla="*/ 596933 h 933319"/>
              <a:gd name="connsiteX127" fmla="*/ 563578 w 756390"/>
              <a:gd name="connsiteY127" fmla="*/ 446647 h 933319"/>
              <a:gd name="connsiteX128" fmla="*/ 563578 w 756390"/>
              <a:gd name="connsiteY128" fmla="*/ 476994 h 933319"/>
              <a:gd name="connsiteX129" fmla="*/ 685534 w 756390"/>
              <a:gd name="connsiteY129" fmla="*/ 409797 h 933319"/>
              <a:gd name="connsiteX130" fmla="*/ 684846 w 756390"/>
              <a:gd name="connsiteY130" fmla="*/ 338867 h 933319"/>
              <a:gd name="connsiteX131" fmla="*/ 563578 w 756390"/>
              <a:gd name="connsiteY131" fmla="*/ 446647 h 93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756390" h="933319">
                <a:moveTo>
                  <a:pt x="162857" y="291297"/>
                </a:moveTo>
                <a:cubicBezTo>
                  <a:pt x="175811" y="311448"/>
                  <a:pt x="189237" y="331242"/>
                  <a:pt x="202428" y="350883"/>
                </a:cubicBezTo>
                <a:cubicBezTo>
                  <a:pt x="209851" y="361740"/>
                  <a:pt x="279479" y="464552"/>
                  <a:pt x="284731" y="472179"/>
                </a:cubicBezTo>
                <a:cubicBezTo>
                  <a:pt x="309247" y="439406"/>
                  <a:pt x="370119" y="358120"/>
                  <a:pt x="393949" y="326258"/>
                </a:cubicBezTo>
                <a:cubicBezTo>
                  <a:pt x="433115" y="274333"/>
                  <a:pt x="468159" y="211142"/>
                  <a:pt x="459342" y="143612"/>
                </a:cubicBezTo>
                <a:cubicBezTo>
                  <a:pt x="451756" y="73295"/>
                  <a:pt x="393209" y="12548"/>
                  <a:pt x="322776" y="2075"/>
                </a:cubicBezTo>
                <a:cubicBezTo>
                  <a:pt x="188544" y="-17902"/>
                  <a:pt x="94215" y="109862"/>
                  <a:pt x="137626" y="235199"/>
                </a:cubicBezTo>
                <a:cubicBezTo>
                  <a:pt x="144135" y="254814"/>
                  <a:pt x="152107" y="273820"/>
                  <a:pt x="162857" y="291297"/>
                </a:cubicBezTo>
                <a:close/>
                <a:moveTo>
                  <a:pt x="263465" y="45116"/>
                </a:moveTo>
                <a:cubicBezTo>
                  <a:pt x="362868" y="15377"/>
                  <a:pt x="450590" y="105486"/>
                  <a:pt x="426470" y="204823"/>
                </a:cubicBezTo>
                <a:cubicBezTo>
                  <a:pt x="418205" y="243666"/>
                  <a:pt x="396629" y="280061"/>
                  <a:pt x="374249" y="312834"/>
                </a:cubicBezTo>
                <a:cubicBezTo>
                  <a:pt x="359052" y="334978"/>
                  <a:pt x="330923" y="375674"/>
                  <a:pt x="311383" y="404073"/>
                </a:cubicBezTo>
                <a:lnTo>
                  <a:pt x="248332" y="318621"/>
                </a:lnTo>
                <a:cubicBezTo>
                  <a:pt x="234527" y="299718"/>
                  <a:pt x="220676" y="280937"/>
                  <a:pt x="207402" y="262003"/>
                </a:cubicBezTo>
                <a:cubicBezTo>
                  <a:pt x="198516" y="248599"/>
                  <a:pt x="191678" y="233618"/>
                  <a:pt x="186061" y="218771"/>
                </a:cubicBezTo>
                <a:cubicBezTo>
                  <a:pt x="158037" y="148299"/>
                  <a:pt x="189054" y="68575"/>
                  <a:pt x="263465" y="45116"/>
                </a:cubicBezTo>
                <a:close/>
                <a:moveTo>
                  <a:pt x="730293" y="626316"/>
                </a:moveTo>
                <a:lnTo>
                  <a:pt x="751822" y="611437"/>
                </a:lnTo>
                <a:lnTo>
                  <a:pt x="756071" y="215875"/>
                </a:lnTo>
                <a:lnTo>
                  <a:pt x="756390" y="186131"/>
                </a:lnTo>
                <a:lnTo>
                  <a:pt x="731990" y="203750"/>
                </a:lnTo>
                <a:lnTo>
                  <a:pt x="505213" y="367502"/>
                </a:lnTo>
                <a:lnTo>
                  <a:pt x="445796" y="322307"/>
                </a:lnTo>
                <a:cubicBezTo>
                  <a:pt x="444944" y="323505"/>
                  <a:pt x="444290" y="324420"/>
                  <a:pt x="443947" y="324943"/>
                </a:cubicBezTo>
                <a:lnTo>
                  <a:pt x="422184" y="354222"/>
                </a:lnTo>
                <a:lnTo>
                  <a:pt x="492051" y="404669"/>
                </a:lnTo>
                <a:lnTo>
                  <a:pt x="492051" y="839901"/>
                </a:lnTo>
                <a:lnTo>
                  <a:pt x="282201" y="667201"/>
                </a:lnTo>
                <a:lnTo>
                  <a:pt x="282201" y="602250"/>
                </a:lnTo>
                <a:cubicBezTo>
                  <a:pt x="286032" y="600642"/>
                  <a:pt x="289975" y="599627"/>
                  <a:pt x="293929" y="599270"/>
                </a:cubicBezTo>
                <a:cubicBezTo>
                  <a:pt x="310566" y="597793"/>
                  <a:pt x="322250" y="604710"/>
                  <a:pt x="329562" y="620522"/>
                </a:cubicBezTo>
                <a:cubicBezTo>
                  <a:pt x="331358" y="624411"/>
                  <a:pt x="333925" y="629479"/>
                  <a:pt x="337854" y="634224"/>
                </a:cubicBezTo>
                <a:cubicBezTo>
                  <a:pt x="346656" y="644866"/>
                  <a:pt x="357391" y="650776"/>
                  <a:pt x="368898" y="651317"/>
                </a:cubicBezTo>
                <a:cubicBezTo>
                  <a:pt x="369483" y="651344"/>
                  <a:pt x="370063" y="651358"/>
                  <a:pt x="370645" y="651358"/>
                </a:cubicBezTo>
                <a:cubicBezTo>
                  <a:pt x="382550" y="651358"/>
                  <a:pt x="394309" y="645629"/>
                  <a:pt x="405630" y="634304"/>
                </a:cubicBezTo>
                <a:lnTo>
                  <a:pt x="411021" y="628894"/>
                </a:lnTo>
                <a:lnTo>
                  <a:pt x="408871" y="621569"/>
                </a:lnTo>
                <a:cubicBezTo>
                  <a:pt x="408534" y="620408"/>
                  <a:pt x="375535" y="504708"/>
                  <a:pt x="441138" y="448314"/>
                </a:cubicBezTo>
                <a:lnTo>
                  <a:pt x="453341" y="437823"/>
                </a:lnTo>
                <a:lnTo>
                  <a:pt x="393243" y="393158"/>
                </a:lnTo>
                <a:lnTo>
                  <a:pt x="377886" y="413817"/>
                </a:lnTo>
                <a:lnTo>
                  <a:pt x="412972" y="439894"/>
                </a:lnTo>
                <a:cubicBezTo>
                  <a:pt x="387641" y="467877"/>
                  <a:pt x="374373" y="507443"/>
                  <a:pt x="374440" y="555390"/>
                </a:cubicBezTo>
                <a:cubicBezTo>
                  <a:pt x="374480" y="584159"/>
                  <a:pt x="379247" y="608670"/>
                  <a:pt x="382102" y="620789"/>
                </a:cubicBezTo>
                <a:cubicBezTo>
                  <a:pt x="378391" y="623591"/>
                  <a:pt x="374197" y="625852"/>
                  <a:pt x="370108" y="625604"/>
                </a:cubicBezTo>
                <a:cubicBezTo>
                  <a:pt x="364965" y="625360"/>
                  <a:pt x="360513" y="621236"/>
                  <a:pt x="357688" y="617818"/>
                </a:cubicBezTo>
                <a:cubicBezTo>
                  <a:pt x="356096" y="615893"/>
                  <a:pt x="354624" y="613393"/>
                  <a:pt x="352926" y="609717"/>
                </a:cubicBezTo>
                <a:cubicBezTo>
                  <a:pt x="341011" y="583945"/>
                  <a:pt x="319249" y="571166"/>
                  <a:pt x="291611" y="573631"/>
                </a:cubicBezTo>
                <a:cubicBezTo>
                  <a:pt x="288448" y="573917"/>
                  <a:pt x="285305" y="574454"/>
                  <a:pt x="282201" y="575215"/>
                </a:cubicBezTo>
                <a:lnTo>
                  <a:pt x="282201" y="537713"/>
                </a:lnTo>
                <a:lnTo>
                  <a:pt x="256456" y="502528"/>
                </a:lnTo>
                <a:lnTo>
                  <a:pt x="256456" y="587696"/>
                </a:lnTo>
                <a:cubicBezTo>
                  <a:pt x="255897" y="588123"/>
                  <a:pt x="255324" y="588515"/>
                  <a:pt x="254772" y="588956"/>
                </a:cubicBezTo>
                <a:cubicBezTo>
                  <a:pt x="223076" y="614372"/>
                  <a:pt x="202649" y="617844"/>
                  <a:pt x="191084" y="616279"/>
                </a:cubicBezTo>
                <a:cubicBezTo>
                  <a:pt x="186185" y="615619"/>
                  <a:pt x="182465" y="613991"/>
                  <a:pt x="179808" y="612346"/>
                </a:cubicBezTo>
                <a:cubicBezTo>
                  <a:pt x="187555" y="596490"/>
                  <a:pt x="201722" y="561748"/>
                  <a:pt x="202715" y="518108"/>
                </a:cubicBezTo>
                <a:cubicBezTo>
                  <a:pt x="203247" y="494625"/>
                  <a:pt x="193466" y="481375"/>
                  <a:pt x="185169" y="474396"/>
                </a:cubicBezTo>
                <a:cubicBezTo>
                  <a:pt x="170545" y="462091"/>
                  <a:pt x="150716" y="460144"/>
                  <a:pt x="137095" y="460539"/>
                </a:cubicBezTo>
                <a:lnTo>
                  <a:pt x="137095" y="442563"/>
                </a:lnTo>
                <a:lnTo>
                  <a:pt x="187362" y="401869"/>
                </a:lnTo>
                <a:cubicBezTo>
                  <a:pt x="182580" y="394790"/>
                  <a:pt x="177724" y="387602"/>
                  <a:pt x="172900" y="380456"/>
                </a:cubicBezTo>
                <a:lnTo>
                  <a:pt x="111350" y="430280"/>
                </a:lnTo>
                <a:lnTo>
                  <a:pt x="111385" y="490341"/>
                </a:lnTo>
                <a:lnTo>
                  <a:pt x="126683" y="487406"/>
                </a:lnTo>
                <a:cubicBezTo>
                  <a:pt x="134381" y="485924"/>
                  <a:pt x="156964" y="484248"/>
                  <a:pt x="168648" y="494132"/>
                </a:cubicBezTo>
                <a:cubicBezTo>
                  <a:pt x="174501" y="499081"/>
                  <a:pt x="177223" y="506734"/>
                  <a:pt x="176979" y="517522"/>
                </a:cubicBezTo>
                <a:cubicBezTo>
                  <a:pt x="175805" y="569393"/>
                  <a:pt x="153053" y="607956"/>
                  <a:pt x="152840" y="608320"/>
                </a:cubicBezTo>
                <a:lnTo>
                  <a:pt x="148641" y="615264"/>
                </a:lnTo>
                <a:lnTo>
                  <a:pt x="153097" y="622043"/>
                </a:lnTo>
                <a:cubicBezTo>
                  <a:pt x="154170" y="623676"/>
                  <a:pt x="164223" y="638104"/>
                  <a:pt x="186331" y="641598"/>
                </a:cubicBezTo>
                <a:cubicBezTo>
                  <a:pt x="206954" y="644855"/>
                  <a:pt x="230485" y="637472"/>
                  <a:pt x="256456" y="619729"/>
                </a:cubicBezTo>
                <a:lnTo>
                  <a:pt x="256456" y="667382"/>
                </a:lnTo>
                <a:lnTo>
                  <a:pt x="64095" y="799475"/>
                </a:lnTo>
                <a:lnTo>
                  <a:pt x="59036" y="403634"/>
                </a:lnTo>
                <a:lnTo>
                  <a:pt x="144617" y="338536"/>
                </a:lnTo>
                <a:cubicBezTo>
                  <a:pt x="132832" y="321052"/>
                  <a:pt x="122954" y="306362"/>
                  <a:pt x="117205" y="297751"/>
                </a:cubicBezTo>
                <a:lnTo>
                  <a:pt x="17289" y="369899"/>
                </a:lnTo>
                <a:lnTo>
                  <a:pt x="6916" y="377388"/>
                </a:lnTo>
                <a:lnTo>
                  <a:pt x="6743" y="390839"/>
                </a:lnTo>
                <a:lnTo>
                  <a:pt x="1729" y="783115"/>
                </a:lnTo>
                <a:lnTo>
                  <a:pt x="1705" y="783091"/>
                </a:lnTo>
                <a:lnTo>
                  <a:pt x="1056" y="835839"/>
                </a:lnTo>
                <a:lnTo>
                  <a:pt x="631" y="869086"/>
                </a:lnTo>
                <a:lnTo>
                  <a:pt x="646" y="869086"/>
                </a:lnTo>
                <a:lnTo>
                  <a:pt x="0" y="921589"/>
                </a:lnTo>
                <a:lnTo>
                  <a:pt x="51020" y="886513"/>
                </a:lnTo>
                <a:lnTo>
                  <a:pt x="51023" y="886517"/>
                </a:lnTo>
                <a:lnTo>
                  <a:pt x="267116" y="738134"/>
                </a:lnTo>
                <a:lnTo>
                  <a:pt x="504293" y="933319"/>
                </a:lnTo>
                <a:lnTo>
                  <a:pt x="753397" y="740807"/>
                </a:lnTo>
                <a:lnTo>
                  <a:pt x="752696" y="660020"/>
                </a:lnTo>
                <a:lnTo>
                  <a:pt x="517796" y="841553"/>
                </a:lnTo>
                <a:lnTo>
                  <a:pt x="517796" y="404603"/>
                </a:lnTo>
                <a:lnTo>
                  <a:pt x="726208" y="246074"/>
                </a:lnTo>
                <a:lnTo>
                  <a:pt x="730293" y="626316"/>
                </a:lnTo>
                <a:close/>
                <a:moveTo>
                  <a:pt x="298444" y="245812"/>
                </a:moveTo>
                <a:cubicBezTo>
                  <a:pt x="344479" y="245812"/>
                  <a:pt x="381934" y="208361"/>
                  <a:pt x="381934" y="162326"/>
                </a:cubicBezTo>
                <a:cubicBezTo>
                  <a:pt x="381934" y="116291"/>
                  <a:pt x="344479" y="78836"/>
                  <a:pt x="298444" y="78836"/>
                </a:cubicBezTo>
                <a:cubicBezTo>
                  <a:pt x="252409" y="78836"/>
                  <a:pt x="214957" y="116291"/>
                  <a:pt x="214957" y="162326"/>
                </a:cubicBezTo>
                <a:cubicBezTo>
                  <a:pt x="214957" y="208361"/>
                  <a:pt x="252409" y="245812"/>
                  <a:pt x="298444" y="245812"/>
                </a:cubicBezTo>
                <a:close/>
                <a:moveTo>
                  <a:pt x="298444" y="104581"/>
                </a:moveTo>
                <a:cubicBezTo>
                  <a:pt x="330285" y="104581"/>
                  <a:pt x="356189" y="130485"/>
                  <a:pt x="356189" y="162326"/>
                </a:cubicBezTo>
                <a:cubicBezTo>
                  <a:pt x="356189" y="194168"/>
                  <a:pt x="330285" y="220068"/>
                  <a:pt x="298444" y="220068"/>
                </a:cubicBezTo>
                <a:cubicBezTo>
                  <a:pt x="266602" y="220068"/>
                  <a:pt x="240702" y="194168"/>
                  <a:pt x="240702" y="162326"/>
                </a:cubicBezTo>
                <a:cubicBezTo>
                  <a:pt x="240702" y="130485"/>
                  <a:pt x="266602" y="104581"/>
                  <a:pt x="298444" y="104581"/>
                </a:cubicBezTo>
                <a:close/>
                <a:moveTo>
                  <a:pt x="401027" y="696945"/>
                </a:moveTo>
                <a:cubicBezTo>
                  <a:pt x="394305" y="732214"/>
                  <a:pt x="437352" y="755546"/>
                  <a:pt x="442282" y="758091"/>
                </a:cubicBezTo>
                <a:lnTo>
                  <a:pt x="454263" y="764277"/>
                </a:lnTo>
                <a:lnTo>
                  <a:pt x="459886" y="752021"/>
                </a:lnTo>
                <a:cubicBezTo>
                  <a:pt x="460538" y="750593"/>
                  <a:pt x="475711" y="716544"/>
                  <a:pt x="461907" y="664114"/>
                </a:cubicBezTo>
                <a:lnTo>
                  <a:pt x="458919" y="652768"/>
                </a:lnTo>
                <a:lnTo>
                  <a:pt x="447346" y="654696"/>
                </a:lnTo>
                <a:cubicBezTo>
                  <a:pt x="445732" y="654962"/>
                  <a:pt x="407740" y="661689"/>
                  <a:pt x="401027" y="696945"/>
                </a:cubicBezTo>
                <a:close/>
                <a:moveTo>
                  <a:pt x="426310" y="701760"/>
                </a:moveTo>
                <a:cubicBezTo>
                  <a:pt x="427991" y="692954"/>
                  <a:pt x="434150" y="687562"/>
                  <a:pt x="439972" y="684361"/>
                </a:cubicBezTo>
                <a:cubicBezTo>
                  <a:pt x="442921" y="701898"/>
                  <a:pt x="442056" y="716109"/>
                  <a:pt x="440447" y="725957"/>
                </a:cubicBezTo>
                <a:cubicBezTo>
                  <a:pt x="432190" y="719058"/>
                  <a:pt x="424745" y="709990"/>
                  <a:pt x="426310" y="701760"/>
                </a:cubicBezTo>
                <a:close/>
                <a:moveTo>
                  <a:pt x="563578" y="717513"/>
                </a:moveTo>
                <a:lnTo>
                  <a:pt x="687856" y="649038"/>
                </a:lnTo>
                <a:lnTo>
                  <a:pt x="687160" y="577327"/>
                </a:lnTo>
                <a:lnTo>
                  <a:pt x="563578" y="687166"/>
                </a:lnTo>
                <a:lnTo>
                  <a:pt x="563578" y="717513"/>
                </a:lnTo>
                <a:close/>
                <a:moveTo>
                  <a:pt x="563578" y="596933"/>
                </a:moveTo>
                <a:lnTo>
                  <a:pt x="686693" y="529100"/>
                </a:lnTo>
                <a:lnTo>
                  <a:pt x="686000" y="457779"/>
                </a:lnTo>
                <a:lnTo>
                  <a:pt x="563578" y="566588"/>
                </a:lnTo>
                <a:lnTo>
                  <a:pt x="563578" y="596933"/>
                </a:lnTo>
                <a:close/>
                <a:moveTo>
                  <a:pt x="563578" y="446647"/>
                </a:moveTo>
                <a:lnTo>
                  <a:pt x="563578" y="476994"/>
                </a:lnTo>
                <a:lnTo>
                  <a:pt x="685534" y="409797"/>
                </a:lnTo>
                <a:lnTo>
                  <a:pt x="684846" y="338867"/>
                </a:lnTo>
                <a:lnTo>
                  <a:pt x="563578" y="446647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EE7D7756-DE67-F4E0-5A16-D855B419B32B}"/>
              </a:ext>
            </a:extLst>
          </p:cNvPr>
          <p:cNvSpPr>
            <a:spLocks noChangeAspect="1"/>
          </p:cNvSpPr>
          <p:nvPr/>
        </p:nvSpPr>
        <p:spPr bwMode="gray">
          <a:xfrm>
            <a:off x="4849745" y="4643406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1CD43F2E-50D8-A551-4FCE-418F00641AE8}"/>
              </a:ext>
            </a:extLst>
          </p:cNvPr>
          <p:cNvSpPr>
            <a:spLocks noChangeAspect="1"/>
          </p:cNvSpPr>
          <p:nvPr/>
        </p:nvSpPr>
        <p:spPr bwMode="gray">
          <a:xfrm>
            <a:off x="6439030" y="4602235"/>
            <a:ext cx="1091913" cy="630568"/>
          </a:xfrm>
          <a:custGeom>
            <a:avLst/>
            <a:gdLst>
              <a:gd name="connsiteX0" fmla="*/ 595305 w 1091913"/>
              <a:gd name="connsiteY0" fmla="*/ 88370 h 630568"/>
              <a:gd name="connsiteX1" fmla="*/ 84159 w 1091913"/>
              <a:gd name="connsiteY1" fmla="*/ 106476 h 630568"/>
              <a:gd name="connsiteX2" fmla="*/ 84159 w 1091913"/>
              <a:gd name="connsiteY2" fmla="*/ 134616 h 630568"/>
              <a:gd name="connsiteX3" fmla="*/ 595305 w 1091913"/>
              <a:gd name="connsiteY3" fmla="*/ 152725 h 630568"/>
              <a:gd name="connsiteX4" fmla="*/ 595305 w 1091913"/>
              <a:gd name="connsiteY4" fmla="*/ 88370 h 630568"/>
              <a:gd name="connsiteX5" fmla="*/ 595305 w 1091913"/>
              <a:gd name="connsiteY5" fmla="*/ 193201 h 630568"/>
              <a:gd name="connsiteX6" fmla="*/ 84159 w 1091913"/>
              <a:gd name="connsiteY6" fmla="*/ 211308 h 630568"/>
              <a:gd name="connsiteX7" fmla="*/ 84159 w 1091913"/>
              <a:gd name="connsiteY7" fmla="*/ 239447 h 630568"/>
              <a:gd name="connsiteX8" fmla="*/ 595305 w 1091913"/>
              <a:gd name="connsiteY8" fmla="*/ 257556 h 630568"/>
              <a:gd name="connsiteX9" fmla="*/ 595305 w 1091913"/>
              <a:gd name="connsiteY9" fmla="*/ 193201 h 630568"/>
              <a:gd name="connsiteX10" fmla="*/ 1091913 w 1091913"/>
              <a:gd name="connsiteY10" fmla="*/ 247078 h 630568"/>
              <a:gd name="connsiteX11" fmla="*/ 1090073 w 1091913"/>
              <a:gd name="connsiteY11" fmla="*/ 241864 h 630568"/>
              <a:gd name="connsiteX12" fmla="*/ 876747 w 1091913"/>
              <a:gd name="connsiteY12" fmla="*/ 2829 h 630568"/>
              <a:gd name="connsiteX13" fmla="*/ 870437 w 1091913"/>
              <a:gd name="connsiteY13" fmla="*/ 0 h 630568"/>
              <a:gd name="connsiteX14" fmla="*/ 725667 w 1091913"/>
              <a:gd name="connsiteY14" fmla="*/ 0 h 630568"/>
              <a:gd name="connsiteX15" fmla="*/ 634311 w 1091913"/>
              <a:gd name="connsiteY15" fmla="*/ 91356 h 630568"/>
              <a:gd name="connsiteX16" fmla="*/ 634311 w 1091913"/>
              <a:gd name="connsiteY16" fmla="*/ 298177 h 630568"/>
              <a:gd name="connsiteX17" fmla="*/ 594027 w 1091913"/>
              <a:gd name="connsiteY17" fmla="*/ 298177 h 630568"/>
              <a:gd name="connsiteX18" fmla="*/ 594027 w 1091913"/>
              <a:gd name="connsiteY18" fmla="*/ 298033 h 630568"/>
              <a:gd name="connsiteX19" fmla="*/ 84159 w 1091913"/>
              <a:gd name="connsiteY19" fmla="*/ 316140 h 630568"/>
              <a:gd name="connsiteX20" fmla="*/ 84159 w 1091913"/>
              <a:gd name="connsiteY20" fmla="*/ 344279 h 630568"/>
              <a:gd name="connsiteX21" fmla="*/ 594027 w 1091913"/>
              <a:gd name="connsiteY21" fmla="*/ 362388 h 630568"/>
              <a:gd name="connsiteX22" fmla="*/ 594027 w 1091913"/>
              <a:gd name="connsiteY22" fmla="*/ 362836 h 630568"/>
              <a:gd name="connsiteX23" fmla="*/ 698969 w 1091913"/>
              <a:gd name="connsiteY23" fmla="*/ 362836 h 630568"/>
              <a:gd name="connsiteX24" fmla="*/ 698969 w 1091913"/>
              <a:gd name="connsiteY24" fmla="*/ 91356 h 630568"/>
              <a:gd name="connsiteX25" fmla="*/ 725667 w 1091913"/>
              <a:gd name="connsiteY25" fmla="*/ 64658 h 630568"/>
              <a:gd name="connsiteX26" fmla="*/ 855920 w 1091913"/>
              <a:gd name="connsiteY26" fmla="*/ 64658 h 630568"/>
              <a:gd name="connsiteX27" fmla="*/ 1027254 w 1091913"/>
              <a:gd name="connsiteY27" fmla="*/ 258274 h 630568"/>
              <a:gd name="connsiteX28" fmla="*/ 1027254 w 1091913"/>
              <a:gd name="connsiteY28" fmla="*/ 471529 h 630568"/>
              <a:gd name="connsiteX29" fmla="*/ 905974 w 1091913"/>
              <a:gd name="connsiteY29" fmla="*/ 473780 h 630568"/>
              <a:gd name="connsiteX30" fmla="*/ 812062 w 1091913"/>
              <a:gd name="connsiteY30" fmla="*/ 417491 h 630568"/>
              <a:gd name="connsiteX31" fmla="*/ 716345 w 1091913"/>
              <a:gd name="connsiteY31" fmla="*/ 477298 h 630568"/>
              <a:gd name="connsiteX32" fmla="*/ 314110 w 1091913"/>
              <a:gd name="connsiteY32" fmla="*/ 484761 h 630568"/>
              <a:gd name="connsiteX33" fmla="*/ 215104 w 1091913"/>
              <a:gd name="connsiteY33" fmla="*/ 417491 h 630568"/>
              <a:gd name="connsiteX34" fmla="*/ 114694 w 1091913"/>
              <a:gd name="connsiteY34" fmla="*/ 488459 h 630568"/>
              <a:gd name="connsiteX35" fmla="*/ 45417 w 1091913"/>
              <a:gd name="connsiteY35" fmla="*/ 489745 h 630568"/>
              <a:gd name="connsiteX36" fmla="*/ 44967 w 1091913"/>
              <a:gd name="connsiteY36" fmla="*/ 314399 h 630568"/>
              <a:gd name="connsiteX37" fmla="*/ 16715 w 1091913"/>
              <a:gd name="connsiteY37" fmla="*/ 313366 h 630568"/>
              <a:gd name="connsiteX38" fmla="*/ 0 w 1091913"/>
              <a:gd name="connsiteY38" fmla="*/ 533913 h 630568"/>
              <a:gd name="connsiteX39" fmla="*/ 23788 w 1091913"/>
              <a:gd name="connsiteY39" fmla="*/ 533938 h 630568"/>
              <a:gd name="connsiteX40" fmla="*/ 109048 w 1091913"/>
              <a:gd name="connsiteY40" fmla="*/ 534022 h 630568"/>
              <a:gd name="connsiteX41" fmla="*/ 215104 w 1091913"/>
              <a:gd name="connsiteY41" fmla="*/ 630569 h 630568"/>
              <a:gd name="connsiteX42" fmla="*/ 321142 w 1091913"/>
              <a:gd name="connsiteY42" fmla="*/ 534233 h 630568"/>
              <a:gd name="connsiteX43" fmla="*/ 706052 w 1091913"/>
              <a:gd name="connsiteY43" fmla="*/ 534614 h 630568"/>
              <a:gd name="connsiteX44" fmla="*/ 812062 w 1091913"/>
              <a:gd name="connsiteY44" fmla="*/ 630569 h 630568"/>
              <a:gd name="connsiteX45" fmla="*/ 918055 w 1091913"/>
              <a:gd name="connsiteY45" fmla="*/ 534822 h 630568"/>
              <a:gd name="connsiteX46" fmla="*/ 1091800 w 1091913"/>
              <a:gd name="connsiteY46" fmla="*/ 534995 h 630568"/>
              <a:gd name="connsiteX47" fmla="*/ 1091703 w 1091913"/>
              <a:gd name="connsiteY47" fmla="*/ 524029 h 630568"/>
              <a:gd name="connsiteX48" fmla="*/ 1091913 w 1091913"/>
              <a:gd name="connsiteY48" fmla="*/ 524029 h 630568"/>
              <a:gd name="connsiteX49" fmla="*/ 1091913 w 1091913"/>
              <a:gd name="connsiteY49" fmla="*/ 247078 h 630568"/>
              <a:gd name="connsiteX50" fmla="*/ 215104 w 1091913"/>
              <a:gd name="connsiteY50" fmla="*/ 606261 h 630568"/>
              <a:gd name="connsiteX51" fmla="*/ 132873 w 1091913"/>
              <a:gd name="connsiteY51" fmla="*/ 524029 h 630568"/>
              <a:gd name="connsiteX52" fmla="*/ 215104 w 1091913"/>
              <a:gd name="connsiteY52" fmla="*/ 441799 h 630568"/>
              <a:gd name="connsiteX53" fmla="*/ 297335 w 1091913"/>
              <a:gd name="connsiteY53" fmla="*/ 524029 h 630568"/>
              <a:gd name="connsiteX54" fmla="*/ 215104 w 1091913"/>
              <a:gd name="connsiteY54" fmla="*/ 606261 h 630568"/>
              <a:gd name="connsiteX55" fmla="*/ 812062 w 1091913"/>
              <a:gd name="connsiteY55" fmla="*/ 606261 h 630568"/>
              <a:gd name="connsiteX56" fmla="*/ 729831 w 1091913"/>
              <a:gd name="connsiteY56" fmla="*/ 524029 h 630568"/>
              <a:gd name="connsiteX57" fmla="*/ 812062 w 1091913"/>
              <a:gd name="connsiteY57" fmla="*/ 441799 h 630568"/>
              <a:gd name="connsiteX58" fmla="*/ 894293 w 1091913"/>
              <a:gd name="connsiteY58" fmla="*/ 524029 h 630568"/>
              <a:gd name="connsiteX59" fmla="*/ 812062 w 1091913"/>
              <a:gd name="connsiteY59" fmla="*/ 606261 h 630568"/>
              <a:gd name="connsiteX60" fmla="*/ 740730 w 1091913"/>
              <a:gd name="connsiteY60" fmla="*/ 119349 h 630568"/>
              <a:gd name="connsiteX61" fmla="*/ 740730 w 1091913"/>
              <a:gd name="connsiteY61" fmla="*/ 237904 h 630568"/>
              <a:gd name="connsiteX62" fmla="*/ 964968 w 1091913"/>
              <a:gd name="connsiteY62" fmla="*/ 237904 h 630568"/>
              <a:gd name="connsiteX63" fmla="*/ 964968 w 1091913"/>
              <a:gd name="connsiteY63" fmla="*/ 212159 h 630568"/>
              <a:gd name="connsiteX64" fmla="*/ 766474 w 1091913"/>
              <a:gd name="connsiteY64" fmla="*/ 212159 h 630568"/>
              <a:gd name="connsiteX65" fmla="*/ 766474 w 1091913"/>
              <a:gd name="connsiteY65" fmla="*/ 119349 h 630568"/>
              <a:gd name="connsiteX66" fmla="*/ 740730 w 1091913"/>
              <a:gd name="connsiteY66" fmla="*/ 119349 h 63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091913" h="630568">
                <a:moveTo>
                  <a:pt x="595305" y="88370"/>
                </a:moveTo>
                <a:lnTo>
                  <a:pt x="84159" y="106476"/>
                </a:lnTo>
                <a:lnTo>
                  <a:pt x="84159" y="134616"/>
                </a:lnTo>
                <a:lnTo>
                  <a:pt x="595305" y="152725"/>
                </a:lnTo>
                <a:lnTo>
                  <a:pt x="595305" y="88370"/>
                </a:lnTo>
                <a:close/>
                <a:moveTo>
                  <a:pt x="595305" y="193201"/>
                </a:moveTo>
                <a:lnTo>
                  <a:pt x="84159" y="211308"/>
                </a:lnTo>
                <a:lnTo>
                  <a:pt x="84159" y="239447"/>
                </a:lnTo>
                <a:lnTo>
                  <a:pt x="595305" y="257556"/>
                </a:lnTo>
                <a:lnTo>
                  <a:pt x="595305" y="193201"/>
                </a:lnTo>
                <a:close/>
                <a:moveTo>
                  <a:pt x="1091913" y="247078"/>
                </a:moveTo>
                <a:lnTo>
                  <a:pt x="1090073" y="241864"/>
                </a:lnTo>
                <a:cubicBezTo>
                  <a:pt x="1030708" y="73496"/>
                  <a:pt x="883003" y="5635"/>
                  <a:pt x="876747" y="2829"/>
                </a:cubicBezTo>
                <a:lnTo>
                  <a:pt x="870437" y="0"/>
                </a:lnTo>
                <a:lnTo>
                  <a:pt x="725667" y="0"/>
                </a:lnTo>
                <a:cubicBezTo>
                  <a:pt x="675295" y="0"/>
                  <a:pt x="634311" y="40984"/>
                  <a:pt x="634311" y="91356"/>
                </a:cubicBezTo>
                <a:lnTo>
                  <a:pt x="634311" y="298177"/>
                </a:lnTo>
                <a:lnTo>
                  <a:pt x="594027" y="298177"/>
                </a:lnTo>
                <a:lnTo>
                  <a:pt x="594027" y="298033"/>
                </a:lnTo>
                <a:lnTo>
                  <a:pt x="84159" y="316140"/>
                </a:lnTo>
                <a:lnTo>
                  <a:pt x="84159" y="344279"/>
                </a:lnTo>
                <a:lnTo>
                  <a:pt x="594027" y="362388"/>
                </a:lnTo>
                <a:lnTo>
                  <a:pt x="594027" y="362836"/>
                </a:lnTo>
                <a:lnTo>
                  <a:pt x="698969" y="362836"/>
                </a:lnTo>
                <a:lnTo>
                  <a:pt x="698969" y="91356"/>
                </a:lnTo>
                <a:cubicBezTo>
                  <a:pt x="698969" y="76635"/>
                  <a:pt x="710946" y="64658"/>
                  <a:pt x="725667" y="64658"/>
                </a:cubicBezTo>
                <a:lnTo>
                  <a:pt x="855920" y="64658"/>
                </a:lnTo>
                <a:cubicBezTo>
                  <a:pt x="881048" y="77867"/>
                  <a:pt x="982435" y="137409"/>
                  <a:pt x="1027254" y="258274"/>
                </a:cubicBezTo>
                <a:lnTo>
                  <a:pt x="1027254" y="471529"/>
                </a:lnTo>
                <a:lnTo>
                  <a:pt x="905974" y="473780"/>
                </a:lnTo>
                <a:cubicBezTo>
                  <a:pt x="887991" y="440309"/>
                  <a:pt x="852644" y="417491"/>
                  <a:pt x="812062" y="417491"/>
                </a:cubicBezTo>
                <a:cubicBezTo>
                  <a:pt x="770074" y="417491"/>
                  <a:pt x="733691" y="441916"/>
                  <a:pt x="716345" y="477298"/>
                </a:cubicBezTo>
                <a:lnTo>
                  <a:pt x="314110" y="484761"/>
                </a:lnTo>
                <a:cubicBezTo>
                  <a:pt x="298441" y="445399"/>
                  <a:pt x="259982" y="417491"/>
                  <a:pt x="215104" y="417491"/>
                </a:cubicBezTo>
                <a:cubicBezTo>
                  <a:pt x="168832" y="417491"/>
                  <a:pt x="129371" y="447155"/>
                  <a:pt x="114694" y="488459"/>
                </a:cubicBezTo>
                <a:lnTo>
                  <a:pt x="45417" y="489745"/>
                </a:lnTo>
                <a:lnTo>
                  <a:pt x="44967" y="314399"/>
                </a:lnTo>
                <a:cubicBezTo>
                  <a:pt x="44967" y="314399"/>
                  <a:pt x="16714" y="313366"/>
                  <a:pt x="16715" y="313366"/>
                </a:cubicBezTo>
                <a:cubicBezTo>
                  <a:pt x="15498" y="325534"/>
                  <a:pt x="860" y="527945"/>
                  <a:pt x="0" y="533913"/>
                </a:cubicBezTo>
                <a:lnTo>
                  <a:pt x="23788" y="533938"/>
                </a:lnTo>
                <a:lnTo>
                  <a:pt x="109048" y="534022"/>
                </a:lnTo>
                <a:cubicBezTo>
                  <a:pt x="114104" y="588096"/>
                  <a:pt x="159731" y="630569"/>
                  <a:pt x="215104" y="630569"/>
                </a:cubicBezTo>
                <a:cubicBezTo>
                  <a:pt x="270405" y="630569"/>
                  <a:pt x="315989" y="588204"/>
                  <a:pt x="321142" y="534233"/>
                </a:cubicBezTo>
                <a:lnTo>
                  <a:pt x="706052" y="534614"/>
                </a:lnTo>
                <a:cubicBezTo>
                  <a:pt x="711383" y="588407"/>
                  <a:pt x="756890" y="630569"/>
                  <a:pt x="812062" y="630569"/>
                </a:cubicBezTo>
                <a:cubicBezTo>
                  <a:pt x="867163" y="630569"/>
                  <a:pt x="912628" y="588518"/>
                  <a:pt x="918055" y="534822"/>
                </a:cubicBezTo>
                <a:lnTo>
                  <a:pt x="1091800" y="534995"/>
                </a:lnTo>
                <a:lnTo>
                  <a:pt x="1091703" y="524029"/>
                </a:lnTo>
                <a:lnTo>
                  <a:pt x="1091913" y="524029"/>
                </a:lnTo>
                <a:lnTo>
                  <a:pt x="1091913" y="247078"/>
                </a:lnTo>
                <a:close/>
                <a:moveTo>
                  <a:pt x="215104" y="606261"/>
                </a:moveTo>
                <a:cubicBezTo>
                  <a:pt x="169760" y="606261"/>
                  <a:pt x="132873" y="569373"/>
                  <a:pt x="132873" y="524029"/>
                </a:cubicBezTo>
                <a:cubicBezTo>
                  <a:pt x="132873" y="478686"/>
                  <a:pt x="169760" y="441799"/>
                  <a:pt x="215104" y="441799"/>
                </a:cubicBezTo>
                <a:cubicBezTo>
                  <a:pt x="260447" y="441799"/>
                  <a:pt x="297335" y="478686"/>
                  <a:pt x="297335" y="524029"/>
                </a:cubicBezTo>
                <a:cubicBezTo>
                  <a:pt x="297335" y="569373"/>
                  <a:pt x="260447" y="606261"/>
                  <a:pt x="215104" y="606261"/>
                </a:cubicBezTo>
                <a:close/>
                <a:moveTo>
                  <a:pt x="812062" y="606261"/>
                </a:moveTo>
                <a:cubicBezTo>
                  <a:pt x="766718" y="606261"/>
                  <a:pt x="729831" y="569373"/>
                  <a:pt x="729831" y="524029"/>
                </a:cubicBezTo>
                <a:cubicBezTo>
                  <a:pt x="729831" y="478686"/>
                  <a:pt x="766718" y="441799"/>
                  <a:pt x="812062" y="441799"/>
                </a:cubicBezTo>
                <a:cubicBezTo>
                  <a:pt x="857405" y="441799"/>
                  <a:pt x="894293" y="478686"/>
                  <a:pt x="894293" y="524029"/>
                </a:cubicBezTo>
                <a:cubicBezTo>
                  <a:pt x="894293" y="569373"/>
                  <a:pt x="857405" y="606261"/>
                  <a:pt x="812062" y="606261"/>
                </a:cubicBezTo>
                <a:close/>
                <a:moveTo>
                  <a:pt x="740730" y="119349"/>
                </a:moveTo>
                <a:lnTo>
                  <a:pt x="740730" y="237904"/>
                </a:lnTo>
                <a:lnTo>
                  <a:pt x="964968" y="237904"/>
                </a:lnTo>
                <a:lnTo>
                  <a:pt x="964968" y="212159"/>
                </a:lnTo>
                <a:lnTo>
                  <a:pt x="766474" y="212159"/>
                </a:lnTo>
                <a:lnTo>
                  <a:pt x="766474" y="119349"/>
                </a:lnTo>
                <a:lnTo>
                  <a:pt x="740730" y="11934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8B9E9EC4-0EB5-33EC-E1E9-768A304B8527}"/>
              </a:ext>
            </a:extLst>
          </p:cNvPr>
          <p:cNvSpPr>
            <a:spLocks noChangeAspect="1"/>
          </p:cNvSpPr>
          <p:nvPr/>
        </p:nvSpPr>
        <p:spPr bwMode="gray">
          <a:xfrm>
            <a:off x="9751455" y="4470852"/>
            <a:ext cx="748233" cy="931113"/>
          </a:xfrm>
          <a:custGeom>
            <a:avLst/>
            <a:gdLst>
              <a:gd name="connsiteX0" fmla="*/ 117863 w 748233"/>
              <a:gd name="connsiteY0" fmla="*/ 572641 h 931113"/>
              <a:gd name="connsiteX1" fmla="*/ 339153 w 748233"/>
              <a:gd name="connsiteY1" fmla="*/ 734074 h 931113"/>
              <a:gd name="connsiteX2" fmla="*/ 545657 w 748233"/>
              <a:gd name="connsiteY2" fmla="*/ 634138 h 931113"/>
              <a:gd name="connsiteX3" fmla="*/ 530542 w 748233"/>
              <a:gd name="connsiteY3" fmla="*/ 621121 h 931113"/>
              <a:gd name="connsiteX4" fmla="*/ 529356 w 748233"/>
              <a:gd name="connsiteY4" fmla="*/ 620250 h 931113"/>
              <a:gd name="connsiteX5" fmla="*/ 275239 w 748233"/>
              <a:gd name="connsiteY5" fmla="*/ 678712 h 931113"/>
              <a:gd name="connsiteX6" fmla="*/ 166112 w 748233"/>
              <a:gd name="connsiteY6" fmla="*/ 471993 h 931113"/>
              <a:gd name="connsiteX7" fmla="*/ 103275 w 748233"/>
              <a:gd name="connsiteY7" fmla="*/ 471993 h 931113"/>
              <a:gd name="connsiteX8" fmla="*/ 117863 w 748233"/>
              <a:gd name="connsiteY8" fmla="*/ 572641 h 931113"/>
              <a:gd name="connsiteX9" fmla="*/ 182772 w 748233"/>
              <a:gd name="connsiteY9" fmla="*/ 733642 h 931113"/>
              <a:gd name="connsiteX10" fmla="*/ 113477 w 748233"/>
              <a:gd name="connsiteY10" fmla="*/ 278077 h 931113"/>
              <a:gd name="connsiteX11" fmla="*/ 43822 w 748233"/>
              <a:gd name="connsiteY11" fmla="*/ 277780 h 931113"/>
              <a:gd name="connsiteX12" fmla="*/ 31812 w 748233"/>
              <a:gd name="connsiteY12" fmla="*/ 616220 h 931113"/>
              <a:gd name="connsiteX13" fmla="*/ 327364 w 748233"/>
              <a:gd name="connsiteY13" fmla="*/ 806217 h 931113"/>
              <a:gd name="connsiteX14" fmla="*/ 327364 w 748233"/>
              <a:gd name="connsiteY14" fmla="*/ 904335 h 931113"/>
              <a:gd name="connsiteX15" fmla="*/ 269210 w 748233"/>
              <a:gd name="connsiteY15" fmla="*/ 903919 h 931113"/>
              <a:gd name="connsiteX16" fmla="*/ 269028 w 748233"/>
              <a:gd name="connsiteY16" fmla="*/ 929663 h 931113"/>
              <a:gd name="connsiteX17" fmla="*/ 353104 w 748233"/>
              <a:gd name="connsiteY17" fmla="*/ 930258 h 931113"/>
              <a:gd name="connsiteX18" fmla="*/ 353104 w 748233"/>
              <a:gd name="connsiteY18" fmla="*/ 806016 h 931113"/>
              <a:gd name="connsiteX19" fmla="*/ 353857 w 748233"/>
              <a:gd name="connsiteY19" fmla="*/ 806006 h 931113"/>
              <a:gd name="connsiteX20" fmla="*/ 354235 w 748233"/>
              <a:gd name="connsiteY20" fmla="*/ 784654 h 931113"/>
              <a:gd name="connsiteX21" fmla="*/ 330610 w 748233"/>
              <a:gd name="connsiteY21" fmla="*/ 783652 h 931113"/>
              <a:gd name="connsiteX22" fmla="*/ 182772 w 748233"/>
              <a:gd name="connsiteY22" fmla="*/ 733642 h 931113"/>
              <a:gd name="connsiteX23" fmla="*/ 211825 w 748233"/>
              <a:gd name="connsiteY23" fmla="*/ 471993 h 931113"/>
              <a:gd name="connsiteX24" fmla="*/ 222067 w 748233"/>
              <a:gd name="connsiteY24" fmla="*/ 544708 h 931113"/>
              <a:gd name="connsiteX25" fmla="*/ 417314 w 748233"/>
              <a:gd name="connsiteY25" fmla="*/ 643103 h 931113"/>
              <a:gd name="connsiteX26" fmla="*/ 494761 w 748233"/>
              <a:gd name="connsiteY26" fmla="*/ 590310 h 931113"/>
              <a:gd name="connsiteX27" fmla="*/ 478028 w 748233"/>
              <a:gd name="connsiteY27" fmla="*/ 575900 h 931113"/>
              <a:gd name="connsiteX28" fmla="*/ 289825 w 748233"/>
              <a:gd name="connsiteY28" fmla="*/ 563200 h 931113"/>
              <a:gd name="connsiteX29" fmla="*/ 284236 w 748233"/>
              <a:gd name="connsiteY29" fmla="*/ 553002 h 931113"/>
              <a:gd name="connsiteX30" fmla="*/ 281613 w 748233"/>
              <a:gd name="connsiteY30" fmla="*/ 546519 h 931113"/>
              <a:gd name="connsiteX31" fmla="*/ 275975 w 748233"/>
              <a:gd name="connsiteY31" fmla="*/ 471993 h 931113"/>
              <a:gd name="connsiteX32" fmla="*/ 211825 w 748233"/>
              <a:gd name="connsiteY32" fmla="*/ 471993 h 931113"/>
              <a:gd name="connsiteX33" fmla="*/ 739407 w 748233"/>
              <a:gd name="connsiteY33" fmla="*/ 305981 h 931113"/>
              <a:gd name="connsiteX34" fmla="*/ 607218 w 748233"/>
              <a:gd name="connsiteY34" fmla="*/ 200750 h 931113"/>
              <a:gd name="connsiteX35" fmla="*/ 606371 w 748233"/>
              <a:gd name="connsiteY35" fmla="*/ 200156 h 931113"/>
              <a:gd name="connsiteX36" fmla="*/ 606183 w 748233"/>
              <a:gd name="connsiteY36" fmla="*/ 200442 h 931113"/>
              <a:gd name="connsiteX37" fmla="*/ 604894 w 748233"/>
              <a:gd name="connsiteY37" fmla="*/ 200076 h 931113"/>
              <a:gd name="connsiteX38" fmla="*/ 603808 w 748233"/>
              <a:gd name="connsiteY38" fmla="*/ 204049 h 931113"/>
              <a:gd name="connsiteX39" fmla="*/ 591103 w 748233"/>
              <a:gd name="connsiteY39" fmla="*/ 223952 h 931113"/>
              <a:gd name="connsiteX40" fmla="*/ 562565 w 748233"/>
              <a:gd name="connsiteY40" fmla="*/ 271286 h 931113"/>
              <a:gd name="connsiteX41" fmla="*/ 548991 w 748233"/>
              <a:gd name="connsiteY41" fmla="*/ 294773 h 931113"/>
              <a:gd name="connsiteX42" fmla="*/ 508183 w 748233"/>
              <a:gd name="connsiteY42" fmla="*/ 329356 h 931113"/>
              <a:gd name="connsiteX43" fmla="*/ 375678 w 748233"/>
              <a:gd name="connsiteY43" fmla="*/ 332042 h 931113"/>
              <a:gd name="connsiteX44" fmla="*/ 341784 w 748233"/>
              <a:gd name="connsiteY44" fmla="*/ 332719 h 931113"/>
              <a:gd name="connsiteX45" fmla="*/ 271568 w 748233"/>
              <a:gd name="connsiteY45" fmla="*/ 157950 h 931113"/>
              <a:gd name="connsiteX46" fmla="*/ 241969 w 748233"/>
              <a:gd name="connsiteY46" fmla="*/ 99922 h 931113"/>
              <a:gd name="connsiteX47" fmla="*/ 227827 w 748233"/>
              <a:gd name="connsiteY47" fmla="*/ 14694 h 931113"/>
              <a:gd name="connsiteX48" fmla="*/ 163516 w 748233"/>
              <a:gd name="connsiteY48" fmla="*/ 18228 h 931113"/>
              <a:gd name="connsiteX49" fmla="*/ 96645 w 748233"/>
              <a:gd name="connsiteY49" fmla="*/ 815 h 931113"/>
              <a:gd name="connsiteX50" fmla="*/ 57184 w 748233"/>
              <a:gd name="connsiteY50" fmla="*/ 26236 h 931113"/>
              <a:gd name="connsiteX51" fmla="*/ 61804 w 748233"/>
              <a:gd name="connsiteY51" fmla="*/ 120417 h 931113"/>
              <a:gd name="connsiteX52" fmla="*/ 49553 w 748233"/>
              <a:gd name="connsiteY52" fmla="*/ 157267 h 931113"/>
              <a:gd name="connsiteX53" fmla="*/ 331 w 748233"/>
              <a:gd name="connsiteY53" fmla="*/ 232308 h 931113"/>
              <a:gd name="connsiteX54" fmla="*/ 134801 w 748233"/>
              <a:gd name="connsiteY54" fmla="*/ 233348 h 931113"/>
              <a:gd name="connsiteX55" fmla="*/ 135398 w 748233"/>
              <a:gd name="connsiteY55" fmla="*/ 211999 h 931113"/>
              <a:gd name="connsiteX56" fmla="*/ 30968 w 748233"/>
              <a:gd name="connsiteY56" fmla="*/ 206973 h 931113"/>
              <a:gd name="connsiteX57" fmla="*/ 68001 w 748233"/>
              <a:gd name="connsiteY57" fmla="*/ 181679 h 931113"/>
              <a:gd name="connsiteX58" fmla="*/ 78237 w 748233"/>
              <a:gd name="connsiteY58" fmla="*/ 178886 h 931113"/>
              <a:gd name="connsiteX59" fmla="*/ 78507 w 748233"/>
              <a:gd name="connsiteY59" fmla="*/ 167597 h 931113"/>
              <a:gd name="connsiteX60" fmla="*/ 132673 w 748233"/>
              <a:gd name="connsiteY60" fmla="*/ 105150 h 931113"/>
              <a:gd name="connsiteX61" fmla="*/ 214373 w 748233"/>
              <a:gd name="connsiteY61" fmla="*/ 126177 h 931113"/>
              <a:gd name="connsiteX62" fmla="*/ 234663 w 748233"/>
              <a:gd name="connsiteY62" fmla="*/ 217197 h 931113"/>
              <a:gd name="connsiteX63" fmla="*/ 341439 w 748233"/>
              <a:gd name="connsiteY63" fmla="*/ 382804 h 931113"/>
              <a:gd name="connsiteX64" fmla="*/ 375493 w 748233"/>
              <a:gd name="connsiteY64" fmla="*/ 383510 h 931113"/>
              <a:gd name="connsiteX65" fmla="*/ 504189 w 748233"/>
              <a:gd name="connsiteY65" fmla="*/ 386128 h 931113"/>
              <a:gd name="connsiteX66" fmla="*/ 600422 w 748233"/>
              <a:gd name="connsiteY66" fmla="*/ 326253 h 931113"/>
              <a:gd name="connsiteX67" fmla="*/ 651271 w 748233"/>
              <a:gd name="connsiteY67" fmla="*/ 248217 h 931113"/>
              <a:gd name="connsiteX68" fmla="*/ 715543 w 748233"/>
              <a:gd name="connsiteY68" fmla="*/ 315629 h 931113"/>
              <a:gd name="connsiteX69" fmla="*/ 695044 w 748233"/>
              <a:gd name="connsiteY69" fmla="*/ 435857 h 931113"/>
              <a:gd name="connsiteX70" fmla="*/ 691568 w 748233"/>
              <a:gd name="connsiteY70" fmla="*/ 441608 h 931113"/>
              <a:gd name="connsiteX71" fmla="*/ 694299 w 748233"/>
              <a:gd name="connsiteY71" fmla="*/ 447749 h 931113"/>
              <a:gd name="connsiteX72" fmla="*/ 699620 w 748233"/>
              <a:gd name="connsiteY72" fmla="*/ 515724 h 931113"/>
              <a:gd name="connsiteX73" fmla="*/ 655483 w 748233"/>
              <a:gd name="connsiteY73" fmla="*/ 557117 h 931113"/>
              <a:gd name="connsiteX74" fmla="*/ 645519 w 748233"/>
              <a:gd name="connsiteY74" fmla="*/ 560752 h 931113"/>
              <a:gd name="connsiteX75" fmla="*/ 647182 w 748233"/>
              <a:gd name="connsiteY75" fmla="*/ 571226 h 931113"/>
              <a:gd name="connsiteX76" fmla="*/ 635826 w 748233"/>
              <a:gd name="connsiteY76" fmla="*/ 631118 h 931113"/>
              <a:gd name="connsiteX77" fmla="*/ 583321 w 748233"/>
              <a:gd name="connsiteY77" fmla="*/ 659191 h 931113"/>
              <a:gd name="connsiteX78" fmla="*/ 577566 w 748233"/>
              <a:gd name="connsiteY78" fmla="*/ 659745 h 931113"/>
              <a:gd name="connsiteX79" fmla="*/ 574161 w 748233"/>
              <a:gd name="connsiteY79" fmla="*/ 664418 h 931113"/>
              <a:gd name="connsiteX80" fmla="*/ 400043 w 748233"/>
              <a:gd name="connsiteY80" fmla="*/ 782091 h 931113"/>
              <a:gd name="connsiteX81" fmla="*/ 395648 w 748233"/>
              <a:gd name="connsiteY81" fmla="*/ 782091 h 931113"/>
              <a:gd name="connsiteX82" fmla="*/ 395648 w 748233"/>
              <a:gd name="connsiteY82" fmla="*/ 931113 h 931113"/>
              <a:gd name="connsiteX83" fmla="*/ 421392 w 748233"/>
              <a:gd name="connsiteY83" fmla="*/ 931113 h 931113"/>
              <a:gd name="connsiteX84" fmla="*/ 421392 w 748233"/>
              <a:gd name="connsiteY84" fmla="*/ 803413 h 931113"/>
              <a:gd name="connsiteX85" fmla="*/ 591756 w 748233"/>
              <a:gd name="connsiteY85" fmla="*/ 683919 h 931113"/>
              <a:gd name="connsiteX86" fmla="*/ 656059 w 748233"/>
              <a:gd name="connsiteY86" fmla="*/ 647032 h 931113"/>
              <a:gd name="connsiteX87" fmla="*/ 673845 w 748233"/>
              <a:gd name="connsiteY87" fmla="*/ 576959 h 931113"/>
              <a:gd name="connsiteX88" fmla="*/ 723231 w 748233"/>
              <a:gd name="connsiteY88" fmla="*/ 525980 h 931113"/>
              <a:gd name="connsiteX89" fmla="*/ 720434 w 748233"/>
              <a:gd name="connsiteY89" fmla="*/ 443466 h 931113"/>
              <a:gd name="connsiteX90" fmla="*/ 739407 w 748233"/>
              <a:gd name="connsiteY90" fmla="*/ 305981 h 931113"/>
              <a:gd name="connsiteX91" fmla="*/ 218924 w 748233"/>
              <a:gd name="connsiteY91" fmla="*/ 82199 h 931113"/>
              <a:gd name="connsiteX92" fmla="*/ 122994 w 748233"/>
              <a:gd name="connsiteY92" fmla="*/ 72764 h 931113"/>
              <a:gd name="connsiteX93" fmla="*/ 78533 w 748233"/>
              <a:gd name="connsiteY93" fmla="*/ 99257 h 931113"/>
              <a:gd name="connsiteX94" fmla="*/ 78232 w 748233"/>
              <a:gd name="connsiteY94" fmla="*/ 41055 h 931113"/>
              <a:gd name="connsiteX95" fmla="*/ 100689 w 748233"/>
              <a:gd name="connsiteY95" fmla="*/ 26236 h 931113"/>
              <a:gd name="connsiteX96" fmla="*/ 155284 w 748233"/>
              <a:gd name="connsiteY96" fmla="*/ 43609 h 931113"/>
              <a:gd name="connsiteX97" fmla="*/ 162292 w 748233"/>
              <a:gd name="connsiteY97" fmla="*/ 48761 h 931113"/>
              <a:gd name="connsiteX98" fmla="*/ 169695 w 748233"/>
              <a:gd name="connsiteY98" fmla="*/ 44212 h 931113"/>
              <a:gd name="connsiteX99" fmla="*/ 212766 w 748233"/>
              <a:gd name="connsiteY99" fmla="*/ 35570 h 931113"/>
              <a:gd name="connsiteX100" fmla="*/ 218924 w 748233"/>
              <a:gd name="connsiteY100" fmla="*/ 82199 h 931113"/>
              <a:gd name="connsiteX101" fmla="*/ 141815 w 748233"/>
              <a:gd name="connsiteY101" fmla="*/ 138262 h 931113"/>
              <a:gd name="connsiteX102" fmla="*/ 123855 w 748233"/>
              <a:gd name="connsiteY102" fmla="*/ 156220 h 931113"/>
              <a:gd name="connsiteX103" fmla="*/ 141815 w 748233"/>
              <a:gd name="connsiteY103" fmla="*/ 174181 h 931113"/>
              <a:gd name="connsiteX104" fmla="*/ 159774 w 748233"/>
              <a:gd name="connsiteY104" fmla="*/ 156220 h 931113"/>
              <a:gd name="connsiteX105" fmla="*/ 141815 w 748233"/>
              <a:gd name="connsiteY105" fmla="*/ 138262 h 9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748233" h="931113">
                <a:moveTo>
                  <a:pt x="117863" y="572641"/>
                </a:moveTo>
                <a:cubicBezTo>
                  <a:pt x="148759" y="668802"/>
                  <a:pt x="239094" y="732529"/>
                  <a:pt x="339153" y="734074"/>
                </a:cubicBezTo>
                <a:cubicBezTo>
                  <a:pt x="418600" y="736180"/>
                  <a:pt x="500382" y="699966"/>
                  <a:pt x="545657" y="634138"/>
                </a:cubicBezTo>
                <a:lnTo>
                  <a:pt x="530542" y="621121"/>
                </a:lnTo>
                <a:cubicBezTo>
                  <a:pt x="529819" y="620591"/>
                  <a:pt x="529356" y="620250"/>
                  <a:pt x="529356" y="620250"/>
                </a:cubicBezTo>
                <a:cubicBezTo>
                  <a:pt x="470727" y="694492"/>
                  <a:pt x="359297" y="716668"/>
                  <a:pt x="275239" y="678712"/>
                </a:cubicBezTo>
                <a:cubicBezTo>
                  <a:pt x="191732" y="641937"/>
                  <a:pt x="157468" y="557671"/>
                  <a:pt x="166112" y="471993"/>
                </a:cubicBezTo>
                <a:lnTo>
                  <a:pt x="103275" y="471993"/>
                </a:lnTo>
                <a:cubicBezTo>
                  <a:pt x="102826" y="505900"/>
                  <a:pt x="107018" y="540360"/>
                  <a:pt x="117863" y="572641"/>
                </a:cubicBezTo>
                <a:close/>
                <a:moveTo>
                  <a:pt x="182772" y="733642"/>
                </a:moveTo>
                <a:cubicBezTo>
                  <a:pt x="18522" y="621529"/>
                  <a:pt x="21685" y="435260"/>
                  <a:pt x="113477" y="278077"/>
                </a:cubicBezTo>
                <a:lnTo>
                  <a:pt x="43822" y="277780"/>
                </a:lnTo>
                <a:cubicBezTo>
                  <a:pt x="-2830" y="384070"/>
                  <a:pt x="-20232" y="509239"/>
                  <a:pt x="31812" y="616220"/>
                </a:cubicBezTo>
                <a:cubicBezTo>
                  <a:pt x="85295" y="728551"/>
                  <a:pt x="203438" y="805772"/>
                  <a:pt x="327364" y="806217"/>
                </a:cubicBezTo>
                <a:lnTo>
                  <a:pt x="327364" y="904335"/>
                </a:lnTo>
                <a:lnTo>
                  <a:pt x="269210" y="903919"/>
                </a:lnTo>
                <a:lnTo>
                  <a:pt x="269028" y="929663"/>
                </a:lnTo>
                <a:lnTo>
                  <a:pt x="353104" y="930258"/>
                </a:lnTo>
                <a:lnTo>
                  <a:pt x="353104" y="806016"/>
                </a:lnTo>
                <a:lnTo>
                  <a:pt x="353857" y="806006"/>
                </a:lnTo>
                <a:lnTo>
                  <a:pt x="354235" y="784654"/>
                </a:lnTo>
                <a:lnTo>
                  <a:pt x="330610" y="783652"/>
                </a:lnTo>
                <a:cubicBezTo>
                  <a:pt x="277895" y="781552"/>
                  <a:pt x="226509" y="762528"/>
                  <a:pt x="182772" y="733642"/>
                </a:cubicBezTo>
                <a:close/>
                <a:moveTo>
                  <a:pt x="211825" y="471993"/>
                </a:moveTo>
                <a:cubicBezTo>
                  <a:pt x="211215" y="496411"/>
                  <a:pt x="214017" y="521360"/>
                  <a:pt x="222067" y="544708"/>
                </a:cubicBezTo>
                <a:cubicBezTo>
                  <a:pt x="250236" y="626216"/>
                  <a:pt x="335272" y="668495"/>
                  <a:pt x="417314" y="643103"/>
                </a:cubicBezTo>
                <a:cubicBezTo>
                  <a:pt x="447799" y="634058"/>
                  <a:pt x="476021" y="615904"/>
                  <a:pt x="494761" y="590310"/>
                </a:cubicBezTo>
                <a:lnTo>
                  <a:pt x="478028" y="575900"/>
                </a:lnTo>
                <a:cubicBezTo>
                  <a:pt x="428586" y="629497"/>
                  <a:pt x="329137" y="627551"/>
                  <a:pt x="289825" y="563200"/>
                </a:cubicBezTo>
                <a:cubicBezTo>
                  <a:pt x="289049" y="561795"/>
                  <a:pt x="284933" y="554210"/>
                  <a:pt x="284236" y="553002"/>
                </a:cubicBezTo>
                <a:cubicBezTo>
                  <a:pt x="283648" y="551558"/>
                  <a:pt x="282256" y="548020"/>
                  <a:pt x="281613" y="546519"/>
                </a:cubicBezTo>
                <a:cubicBezTo>
                  <a:pt x="271855" y="522905"/>
                  <a:pt x="271807" y="497147"/>
                  <a:pt x="275975" y="471993"/>
                </a:cubicBezTo>
                <a:lnTo>
                  <a:pt x="211825" y="471993"/>
                </a:lnTo>
                <a:close/>
                <a:moveTo>
                  <a:pt x="739407" y="305981"/>
                </a:moveTo>
                <a:cubicBezTo>
                  <a:pt x="710866" y="234613"/>
                  <a:pt x="622936" y="205450"/>
                  <a:pt x="607218" y="200750"/>
                </a:cubicBezTo>
                <a:lnTo>
                  <a:pt x="606371" y="200156"/>
                </a:lnTo>
                <a:cubicBezTo>
                  <a:pt x="606306" y="200253"/>
                  <a:pt x="606247" y="200344"/>
                  <a:pt x="606183" y="200442"/>
                </a:cubicBezTo>
                <a:cubicBezTo>
                  <a:pt x="605572" y="200264"/>
                  <a:pt x="605094" y="200129"/>
                  <a:pt x="604894" y="200076"/>
                </a:cubicBezTo>
                <a:lnTo>
                  <a:pt x="603808" y="204049"/>
                </a:lnTo>
                <a:cubicBezTo>
                  <a:pt x="599346" y="210847"/>
                  <a:pt x="595282" y="217283"/>
                  <a:pt x="591103" y="223952"/>
                </a:cubicBezTo>
                <a:cubicBezTo>
                  <a:pt x="583869" y="235609"/>
                  <a:pt x="569466" y="259449"/>
                  <a:pt x="562565" y="271286"/>
                </a:cubicBezTo>
                <a:lnTo>
                  <a:pt x="548991" y="294773"/>
                </a:lnTo>
                <a:cubicBezTo>
                  <a:pt x="539054" y="312222"/>
                  <a:pt x="525083" y="325926"/>
                  <a:pt x="508183" y="329356"/>
                </a:cubicBezTo>
                <a:cubicBezTo>
                  <a:pt x="493406" y="329681"/>
                  <a:pt x="392401" y="331690"/>
                  <a:pt x="375678" y="332042"/>
                </a:cubicBezTo>
                <a:cubicBezTo>
                  <a:pt x="370566" y="332098"/>
                  <a:pt x="346465" y="332703"/>
                  <a:pt x="341784" y="332719"/>
                </a:cubicBezTo>
                <a:cubicBezTo>
                  <a:pt x="275504" y="334005"/>
                  <a:pt x="279332" y="204785"/>
                  <a:pt x="271568" y="157950"/>
                </a:cubicBezTo>
                <a:cubicBezTo>
                  <a:pt x="267441" y="134509"/>
                  <a:pt x="256775" y="114892"/>
                  <a:pt x="241969" y="99922"/>
                </a:cubicBezTo>
                <a:cubicBezTo>
                  <a:pt x="250783" y="55912"/>
                  <a:pt x="246151" y="27934"/>
                  <a:pt x="227827" y="14694"/>
                </a:cubicBezTo>
                <a:cubicBezTo>
                  <a:pt x="206886" y="-444"/>
                  <a:pt x="177382" y="11191"/>
                  <a:pt x="163516" y="18228"/>
                </a:cubicBezTo>
                <a:cubicBezTo>
                  <a:pt x="150923" y="10517"/>
                  <a:pt x="123509" y="-3526"/>
                  <a:pt x="96645" y="815"/>
                </a:cubicBezTo>
                <a:cubicBezTo>
                  <a:pt x="80494" y="3427"/>
                  <a:pt x="67218" y="11980"/>
                  <a:pt x="57184" y="26236"/>
                </a:cubicBezTo>
                <a:cubicBezTo>
                  <a:pt x="31297" y="63015"/>
                  <a:pt x="46767" y="100884"/>
                  <a:pt x="61804" y="120417"/>
                </a:cubicBezTo>
                <a:cubicBezTo>
                  <a:pt x="55162" y="131624"/>
                  <a:pt x="50831" y="144097"/>
                  <a:pt x="49553" y="157267"/>
                </a:cubicBezTo>
                <a:cubicBezTo>
                  <a:pt x="18285" y="170347"/>
                  <a:pt x="-2379" y="195057"/>
                  <a:pt x="331" y="232308"/>
                </a:cubicBezTo>
                <a:cubicBezTo>
                  <a:pt x="-1141" y="232326"/>
                  <a:pt x="130683" y="233275"/>
                  <a:pt x="134801" y="233348"/>
                </a:cubicBezTo>
                <a:lnTo>
                  <a:pt x="135398" y="211999"/>
                </a:lnTo>
                <a:cubicBezTo>
                  <a:pt x="135398" y="211999"/>
                  <a:pt x="56143" y="208184"/>
                  <a:pt x="30968" y="206973"/>
                </a:cubicBezTo>
                <a:cubicBezTo>
                  <a:pt x="38178" y="194101"/>
                  <a:pt x="52812" y="185581"/>
                  <a:pt x="68001" y="181679"/>
                </a:cubicBezTo>
                <a:lnTo>
                  <a:pt x="78237" y="178886"/>
                </a:lnTo>
                <a:lnTo>
                  <a:pt x="78507" y="167597"/>
                </a:lnTo>
                <a:cubicBezTo>
                  <a:pt x="79009" y="137274"/>
                  <a:pt x="104044" y="112515"/>
                  <a:pt x="132673" y="105150"/>
                </a:cubicBezTo>
                <a:cubicBezTo>
                  <a:pt x="160739" y="97402"/>
                  <a:pt x="195047" y="103953"/>
                  <a:pt x="214373" y="126177"/>
                </a:cubicBezTo>
                <a:cubicBezTo>
                  <a:pt x="237002" y="150470"/>
                  <a:pt x="232269" y="185836"/>
                  <a:pt x="234663" y="217197"/>
                </a:cubicBezTo>
                <a:cubicBezTo>
                  <a:pt x="237617" y="284362"/>
                  <a:pt x="256204" y="381088"/>
                  <a:pt x="341439" y="382804"/>
                </a:cubicBezTo>
                <a:cubicBezTo>
                  <a:pt x="346270" y="382811"/>
                  <a:pt x="370036" y="383547"/>
                  <a:pt x="375493" y="383510"/>
                </a:cubicBezTo>
                <a:cubicBezTo>
                  <a:pt x="389283" y="383740"/>
                  <a:pt x="493081" y="385975"/>
                  <a:pt x="504189" y="386128"/>
                </a:cubicBezTo>
                <a:cubicBezTo>
                  <a:pt x="544553" y="387948"/>
                  <a:pt x="581449" y="357473"/>
                  <a:pt x="600422" y="326253"/>
                </a:cubicBezTo>
                <a:cubicBezTo>
                  <a:pt x="615902" y="301458"/>
                  <a:pt x="634056" y="273104"/>
                  <a:pt x="651271" y="248217"/>
                </a:cubicBezTo>
                <a:cubicBezTo>
                  <a:pt x="676265" y="262802"/>
                  <a:pt x="703232" y="284759"/>
                  <a:pt x="715543" y="315629"/>
                </a:cubicBezTo>
                <a:cubicBezTo>
                  <a:pt x="729302" y="350136"/>
                  <a:pt x="722403" y="390584"/>
                  <a:pt x="695044" y="435857"/>
                </a:cubicBezTo>
                <a:lnTo>
                  <a:pt x="691568" y="441608"/>
                </a:lnTo>
                <a:lnTo>
                  <a:pt x="694299" y="447749"/>
                </a:lnTo>
                <a:cubicBezTo>
                  <a:pt x="705864" y="473707"/>
                  <a:pt x="707655" y="496577"/>
                  <a:pt x="699620" y="515724"/>
                </a:cubicBezTo>
                <a:cubicBezTo>
                  <a:pt x="687360" y="544941"/>
                  <a:pt x="655758" y="557015"/>
                  <a:pt x="655483" y="557117"/>
                </a:cubicBezTo>
                <a:lnTo>
                  <a:pt x="645519" y="560752"/>
                </a:lnTo>
                <a:lnTo>
                  <a:pt x="647182" y="571226"/>
                </a:lnTo>
                <a:cubicBezTo>
                  <a:pt x="651120" y="596035"/>
                  <a:pt x="647302" y="616184"/>
                  <a:pt x="635826" y="631118"/>
                </a:cubicBezTo>
                <a:cubicBezTo>
                  <a:pt x="617145" y="655430"/>
                  <a:pt x="583614" y="659160"/>
                  <a:pt x="583321" y="659191"/>
                </a:cubicBezTo>
                <a:lnTo>
                  <a:pt x="577566" y="659745"/>
                </a:lnTo>
                <a:lnTo>
                  <a:pt x="574161" y="664418"/>
                </a:lnTo>
                <a:cubicBezTo>
                  <a:pt x="526716" y="729478"/>
                  <a:pt x="471262" y="766924"/>
                  <a:pt x="400043" y="782091"/>
                </a:cubicBezTo>
                <a:lnTo>
                  <a:pt x="395648" y="782091"/>
                </a:lnTo>
                <a:lnTo>
                  <a:pt x="395648" y="931113"/>
                </a:lnTo>
                <a:lnTo>
                  <a:pt x="421392" y="931113"/>
                </a:lnTo>
                <a:lnTo>
                  <a:pt x="421392" y="803413"/>
                </a:lnTo>
                <a:cubicBezTo>
                  <a:pt x="489288" y="785257"/>
                  <a:pt x="545249" y="746044"/>
                  <a:pt x="591756" y="683919"/>
                </a:cubicBezTo>
                <a:cubicBezTo>
                  <a:pt x="604726" y="681516"/>
                  <a:pt x="635782" y="673238"/>
                  <a:pt x="656059" y="647032"/>
                </a:cubicBezTo>
                <a:cubicBezTo>
                  <a:pt x="670492" y="628378"/>
                  <a:pt x="676461" y="604841"/>
                  <a:pt x="673845" y="576959"/>
                </a:cubicBezTo>
                <a:cubicBezTo>
                  <a:pt x="687245" y="569998"/>
                  <a:pt x="711264" y="554203"/>
                  <a:pt x="723231" y="525980"/>
                </a:cubicBezTo>
                <a:cubicBezTo>
                  <a:pt x="733568" y="501597"/>
                  <a:pt x="732618" y="473866"/>
                  <a:pt x="720434" y="443466"/>
                </a:cubicBezTo>
                <a:cubicBezTo>
                  <a:pt x="749371" y="393090"/>
                  <a:pt x="755756" y="346864"/>
                  <a:pt x="739407" y="305981"/>
                </a:cubicBezTo>
                <a:close/>
                <a:moveTo>
                  <a:pt x="218924" y="82199"/>
                </a:moveTo>
                <a:cubicBezTo>
                  <a:pt x="191283" y="66292"/>
                  <a:pt x="156548" y="62106"/>
                  <a:pt x="122994" y="72764"/>
                </a:cubicBezTo>
                <a:cubicBezTo>
                  <a:pt x="106443" y="77723"/>
                  <a:pt x="91010" y="87041"/>
                  <a:pt x="78533" y="99257"/>
                </a:cubicBezTo>
                <a:cubicBezTo>
                  <a:pt x="70869" y="86962"/>
                  <a:pt x="61834" y="64354"/>
                  <a:pt x="78232" y="41055"/>
                </a:cubicBezTo>
                <a:cubicBezTo>
                  <a:pt x="84196" y="32581"/>
                  <a:pt x="91541" y="27734"/>
                  <a:pt x="100689" y="26236"/>
                </a:cubicBezTo>
                <a:cubicBezTo>
                  <a:pt x="125669" y="22152"/>
                  <a:pt x="155011" y="43410"/>
                  <a:pt x="155284" y="43609"/>
                </a:cubicBezTo>
                <a:lnTo>
                  <a:pt x="162292" y="48761"/>
                </a:lnTo>
                <a:lnTo>
                  <a:pt x="169695" y="44212"/>
                </a:lnTo>
                <a:cubicBezTo>
                  <a:pt x="179408" y="38244"/>
                  <a:pt x="202711" y="28267"/>
                  <a:pt x="212766" y="35570"/>
                </a:cubicBezTo>
                <a:cubicBezTo>
                  <a:pt x="215836" y="37798"/>
                  <a:pt x="223932" y="47289"/>
                  <a:pt x="218924" y="82199"/>
                </a:cubicBezTo>
                <a:close/>
                <a:moveTo>
                  <a:pt x="141815" y="138262"/>
                </a:moveTo>
                <a:cubicBezTo>
                  <a:pt x="131895" y="138262"/>
                  <a:pt x="123855" y="146303"/>
                  <a:pt x="123855" y="156220"/>
                </a:cubicBezTo>
                <a:cubicBezTo>
                  <a:pt x="123855" y="166142"/>
                  <a:pt x="131895" y="174181"/>
                  <a:pt x="141815" y="174181"/>
                </a:cubicBezTo>
                <a:cubicBezTo>
                  <a:pt x="151733" y="174181"/>
                  <a:pt x="159774" y="166142"/>
                  <a:pt x="159774" y="156220"/>
                </a:cubicBezTo>
                <a:cubicBezTo>
                  <a:pt x="159774" y="146303"/>
                  <a:pt x="151733" y="138262"/>
                  <a:pt x="141815" y="138262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7944B78-68C0-BDFF-0A82-EE53E5C6BA9E}"/>
              </a:ext>
            </a:extLst>
          </p:cNvPr>
          <p:cNvSpPr>
            <a:spLocks noChangeAspect="1"/>
          </p:cNvSpPr>
          <p:nvPr/>
        </p:nvSpPr>
        <p:spPr bwMode="gray">
          <a:xfrm>
            <a:off x="5040955" y="2833139"/>
            <a:ext cx="756513" cy="908370"/>
          </a:xfrm>
          <a:custGeom>
            <a:avLst/>
            <a:gdLst>
              <a:gd name="connsiteX0" fmla="*/ 684616 w 756513"/>
              <a:gd name="connsiteY0" fmla="*/ 0 h 908370"/>
              <a:gd name="connsiteX1" fmla="*/ 398684 w 756513"/>
              <a:gd name="connsiteY1" fmla="*/ 0 h 908370"/>
              <a:gd name="connsiteX2" fmla="*/ 326787 w 756513"/>
              <a:gd name="connsiteY2" fmla="*/ 71899 h 908370"/>
              <a:gd name="connsiteX3" fmla="*/ 326787 w 756513"/>
              <a:gd name="connsiteY3" fmla="*/ 191787 h 908370"/>
              <a:gd name="connsiteX4" fmla="*/ 352527 w 756513"/>
              <a:gd name="connsiteY4" fmla="*/ 197647 h 908370"/>
              <a:gd name="connsiteX5" fmla="*/ 352527 w 756513"/>
              <a:gd name="connsiteY5" fmla="*/ 71899 h 908370"/>
              <a:gd name="connsiteX6" fmla="*/ 398684 w 756513"/>
              <a:gd name="connsiteY6" fmla="*/ 25744 h 908370"/>
              <a:gd name="connsiteX7" fmla="*/ 684616 w 756513"/>
              <a:gd name="connsiteY7" fmla="*/ 25744 h 908370"/>
              <a:gd name="connsiteX8" fmla="*/ 730774 w 756513"/>
              <a:gd name="connsiteY8" fmla="*/ 71899 h 908370"/>
              <a:gd name="connsiteX9" fmla="*/ 730774 w 756513"/>
              <a:gd name="connsiteY9" fmla="*/ 222261 h 908370"/>
              <a:gd name="connsiteX10" fmla="*/ 684616 w 756513"/>
              <a:gd name="connsiteY10" fmla="*/ 268415 h 908370"/>
              <a:gd name="connsiteX11" fmla="*/ 581652 w 756513"/>
              <a:gd name="connsiteY11" fmla="*/ 268415 h 908370"/>
              <a:gd name="connsiteX12" fmla="*/ 535782 w 756513"/>
              <a:gd name="connsiteY12" fmla="*/ 297100 h 908370"/>
              <a:gd name="connsiteX13" fmla="*/ 535782 w 756513"/>
              <a:gd name="connsiteY13" fmla="*/ 268389 h 908370"/>
              <a:gd name="connsiteX14" fmla="*/ 510042 w 756513"/>
              <a:gd name="connsiteY14" fmla="*/ 268389 h 908370"/>
              <a:gd name="connsiteX15" fmla="*/ 510042 w 756513"/>
              <a:gd name="connsiteY15" fmla="*/ 343556 h 908370"/>
              <a:gd name="connsiteX16" fmla="*/ 589039 w 756513"/>
              <a:gd name="connsiteY16" fmla="*/ 294156 h 908370"/>
              <a:gd name="connsiteX17" fmla="*/ 684616 w 756513"/>
              <a:gd name="connsiteY17" fmla="*/ 294160 h 908370"/>
              <a:gd name="connsiteX18" fmla="*/ 756513 w 756513"/>
              <a:gd name="connsiteY18" fmla="*/ 222261 h 908370"/>
              <a:gd name="connsiteX19" fmla="*/ 756513 w 756513"/>
              <a:gd name="connsiteY19" fmla="*/ 71899 h 908370"/>
              <a:gd name="connsiteX20" fmla="*/ 684616 w 756513"/>
              <a:gd name="connsiteY20" fmla="*/ 0 h 908370"/>
              <a:gd name="connsiteX21" fmla="*/ 336469 w 756513"/>
              <a:gd name="connsiteY21" fmla="*/ 341596 h 908370"/>
              <a:gd name="connsiteX22" fmla="*/ 436548 w 756513"/>
              <a:gd name="connsiteY22" fmla="*/ 435890 h 908370"/>
              <a:gd name="connsiteX23" fmla="*/ 436689 w 756513"/>
              <a:gd name="connsiteY23" fmla="*/ 443601 h 908370"/>
              <a:gd name="connsiteX24" fmla="*/ 436695 w 756513"/>
              <a:gd name="connsiteY24" fmla="*/ 443954 h 908370"/>
              <a:gd name="connsiteX25" fmla="*/ 436763 w 756513"/>
              <a:gd name="connsiteY25" fmla="*/ 447752 h 908370"/>
              <a:gd name="connsiteX26" fmla="*/ 436781 w 756513"/>
              <a:gd name="connsiteY26" fmla="*/ 448738 h 908370"/>
              <a:gd name="connsiteX27" fmla="*/ 436836 w 756513"/>
              <a:gd name="connsiteY27" fmla="*/ 451922 h 908370"/>
              <a:gd name="connsiteX28" fmla="*/ 436857 w 756513"/>
              <a:gd name="connsiteY28" fmla="*/ 453095 h 908370"/>
              <a:gd name="connsiteX29" fmla="*/ 437516 w 756513"/>
              <a:gd name="connsiteY29" fmla="*/ 490744 h 908370"/>
              <a:gd name="connsiteX30" fmla="*/ 437529 w 756513"/>
              <a:gd name="connsiteY30" fmla="*/ 491432 h 908370"/>
              <a:gd name="connsiteX31" fmla="*/ 437577 w 756513"/>
              <a:gd name="connsiteY31" fmla="*/ 493991 h 908370"/>
              <a:gd name="connsiteX32" fmla="*/ 437618 w 756513"/>
              <a:gd name="connsiteY32" fmla="*/ 496157 h 908370"/>
              <a:gd name="connsiteX33" fmla="*/ 437669 w 756513"/>
              <a:gd name="connsiteY33" fmla="*/ 498735 h 908370"/>
              <a:gd name="connsiteX34" fmla="*/ 437687 w 756513"/>
              <a:gd name="connsiteY34" fmla="*/ 499635 h 908370"/>
              <a:gd name="connsiteX35" fmla="*/ 437760 w 756513"/>
              <a:gd name="connsiteY35" fmla="*/ 503240 h 908370"/>
              <a:gd name="connsiteX36" fmla="*/ 437865 w 756513"/>
              <a:gd name="connsiteY36" fmla="*/ 510725 h 908370"/>
              <a:gd name="connsiteX37" fmla="*/ 427816 w 756513"/>
              <a:gd name="connsiteY37" fmla="*/ 560104 h 908370"/>
              <a:gd name="connsiteX38" fmla="*/ 421809 w 756513"/>
              <a:gd name="connsiteY38" fmla="*/ 572971 h 908370"/>
              <a:gd name="connsiteX39" fmla="*/ 293608 w 756513"/>
              <a:gd name="connsiteY39" fmla="*/ 653435 h 908370"/>
              <a:gd name="connsiteX40" fmla="*/ 234616 w 756513"/>
              <a:gd name="connsiteY40" fmla="*/ 645979 h 908370"/>
              <a:gd name="connsiteX41" fmla="*/ 227630 w 756513"/>
              <a:gd name="connsiteY41" fmla="*/ 643479 h 908370"/>
              <a:gd name="connsiteX42" fmla="*/ 207497 w 756513"/>
              <a:gd name="connsiteY42" fmla="*/ 634095 h 908370"/>
              <a:gd name="connsiteX43" fmla="*/ 201104 w 756513"/>
              <a:gd name="connsiteY43" fmla="*/ 630371 h 908370"/>
              <a:gd name="connsiteX44" fmla="*/ 188876 w 756513"/>
              <a:gd name="connsiteY44" fmla="*/ 622075 h 908370"/>
              <a:gd name="connsiteX45" fmla="*/ 183065 w 756513"/>
              <a:gd name="connsiteY45" fmla="*/ 617521 h 908370"/>
              <a:gd name="connsiteX46" fmla="*/ 130671 w 756513"/>
              <a:gd name="connsiteY46" fmla="*/ 530612 h 908370"/>
              <a:gd name="connsiteX47" fmla="*/ 128771 w 756513"/>
              <a:gd name="connsiteY47" fmla="*/ 515458 h 908370"/>
              <a:gd name="connsiteX48" fmla="*/ 128441 w 756513"/>
              <a:gd name="connsiteY48" fmla="*/ 511401 h 908370"/>
              <a:gd name="connsiteX49" fmla="*/ 127585 w 756513"/>
              <a:gd name="connsiteY49" fmla="*/ 479199 h 908370"/>
              <a:gd name="connsiteX50" fmla="*/ 106229 w 756513"/>
              <a:gd name="connsiteY50" fmla="*/ 479199 h 908370"/>
              <a:gd name="connsiteX51" fmla="*/ 105792 w 756513"/>
              <a:gd name="connsiteY51" fmla="*/ 504302 h 908370"/>
              <a:gd name="connsiteX52" fmla="*/ 105776 w 756513"/>
              <a:gd name="connsiteY52" fmla="*/ 507018 h 908370"/>
              <a:gd name="connsiteX53" fmla="*/ 136219 w 756513"/>
              <a:gd name="connsiteY53" fmla="*/ 605924 h 908370"/>
              <a:gd name="connsiteX54" fmla="*/ 151430 w 756513"/>
              <a:gd name="connsiteY54" fmla="*/ 624884 h 908370"/>
              <a:gd name="connsiteX55" fmla="*/ 393576 w 756513"/>
              <a:gd name="connsiteY55" fmla="*/ 655992 h 908370"/>
              <a:gd name="connsiteX56" fmla="*/ 460695 w 756513"/>
              <a:gd name="connsiteY56" fmla="*/ 582358 h 908370"/>
              <a:gd name="connsiteX57" fmla="*/ 474398 w 756513"/>
              <a:gd name="connsiteY57" fmla="*/ 544300 h 908370"/>
              <a:gd name="connsiteX58" fmla="*/ 476367 w 756513"/>
              <a:gd name="connsiteY58" fmla="*/ 534243 h 908370"/>
              <a:gd name="connsiteX59" fmla="*/ 477829 w 756513"/>
              <a:gd name="connsiteY59" fmla="*/ 523854 h 908370"/>
              <a:gd name="connsiteX60" fmla="*/ 479273 w 756513"/>
              <a:gd name="connsiteY60" fmla="*/ 503240 h 908370"/>
              <a:gd name="connsiteX61" fmla="*/ 479426 w 756513"/>
              <a:gd name="connsiteY61" fmla="*/ 495522 h 908370"/>
              <a:gd name="connsiteX62" fmla="*/ 480538 w 756513"/>
              <a:gd name="connsiteY62" fmla="*/ 432899 h 908370"/>
              <a:gd name="connsiteX63" fmla="*/ 480617 w 756513"/>
              <a:gd name="connsiteY63" fmla="*/ 429233 h 908370"/>
              <a:gd name="connsiteX64" fmla="*/ 480966 w 756513"/>
              <a:gd name="connsiteY64" fmla="*/ 419466 h 908370"/>
              <a:gd name="connsiteX65" fmla="*/ 479145 w 756513"/>
              <a:gd name="connsiteY65" fmla="*/ 390930 h 908370"/>
              <a:gd name="connsiteX66" fmla="*/ 475650 w 756513"/>
              <a:gd name="connsiteY66" fmla="*/ 372646 h 908370"/>
              <a:gd name="connsiteX67" fmla="*/ 305287 w 756513"/>
              <a:gd name="connsiteY67" fmla="*/ 227881 h 908370"/>
              <a:gd name="connsiteX68" fmla="*/ 305163 w 756513"/>
              <a:gd name="connsiteY68" fmla="*/ 227872 h 908370"/>
              <a:gd name="connsiteX69" fmla="*/ 294255 w 756513"/>
              <a:gd name="connsiteY69" fmla="*/ 227140 h 908370"/>
              <a:gd name="connsiteX70" fmla="*/ 290556 w 756513"/>
              <a:gd name="connsiteY70" fmla="*/ 227061 h 908370"/>
              <a:gd name="connsiteX71" fmla="*/ 283350 w 756513"/>
              <a:gd name="connsiteY71" fmla="*/ 226954 h 908370"/>
              <a:gd name="connsiteX72" fmla="*/ 278984 w 756513"/>
              <a:gd name="connsiteY72" fmla="*/ 227069 h 908370"/>
              <a:gd name="connsiteX73" fmla="*/ 272581 w 756513"/>
              <a:gd name="connsiteY73" fmla="*/ 227313 h 908370"/>
              <a:gd name="connsiteX74" fmla="*/ 267982 w 756513"/>
              <a:gd name="connsiteY74" fmla="*/ 227657 h 908370"/>
              <a:gd name="connsiteX75" fmla="*/ 261975 w 756513"/>
              <a:gd name="connsiteY75" fmla="*/ 228202 h 908370"/>
              <a:gd name="connsiteX76" fmla="*/ 257263 w 756513"/>
              <a:gd name="connsiteY76" fmla="*/ 228785 h 908370"/>
              <a:gd name="connsiteX77" fmla="*/ 251552 w 756513"/>
              <a:gd name="connsiteY77" fmla="*/ 229610 h 908370"/>
              <a:gd name="connsiteX78" fmla="*/ 246781 w 756513"/>
              <a:gd name="connsiteY78" fmla="*/ 230437 h 908370"/>
              <a:gd name="connsiteX79" fmla="*/ 241319 w 756513"/>
              <a:gd name="connsiteY79" fmla="*/ 231523 h 908370"/>
              <a:gd name="connsiteX80" fmla="*/ 236525 w 756513"/>
              <a:gd name="connsiteY80" fmla="*/ 232592 h 908370"/>
              <a:gd name="connsiteX81" fmla="*/ 231292 w 756513"/>
              <a:gd name="connsiteY81" fmla="*/ 233924 h 908370"/>
              <a:gd name="connsiteX82" fmla="*/ 226499 w 756513"/>
              <a:gd name="connsiteY82" fmla="*/ 235241 h 908370"/>
              <a:gd name="connsiteX83" fmla="*/ 221519 w 756513"/>
              <a:gd name="connsiteY83" fmla="*/ 236793 h 908370"/>
              <a:gd name="connsiteX84" fmla="*/ 216690 w 756513"/>
              <a:gd name="connsiteY84" fmla="*/ 238374 h 908370"/>
              <a:gd name="connsiteX85" fmla="*/ 212073 w 756513"/>
              <a:gd name="connsiteY85" fmla="*/ 240085 h 908370"/>
              <a:gd name="connsiteX86" fmla="*/ 207123 w 756513"/>
              <a:gd name="connsiteY86" fmla="*/ 241977 h 908370"/>
              <a:gd name="connsiteX87" fmla="*/ 203165 w 756513"/>
              <a:gd name="connsiteY87" fmla="*/ 243684 h 908370"/>
              <a:gd name="connsiteX88" fmla="*/ 182342 w 756513"/>
              <a:gd name="connsiteY88" fmla="*/ 254153 h 908370"/>
              <a:gd name="connsiteX89" fmla="*/ 180782 w 756513"/>
              <a:gd name="connsiteY89" fmla="*/ 255033 h 908370"/>
              <a:gd name="connsiteX90" fmla="*/ 174723 w 756513"/>
              <a:gd name="connsiteY90" fmla="*/ 258815 h 908370"/>
              <a:gd name="connsiteX91" fmla="*/ 172439 w 756513"/>
              <a:gd name="connsiteY91" fmla="*/ 260268 h 908370"/>
              <a:gd name="connsiteX92" fmla="*/ 166693 w 756513"/>
              <a:gd name="connsiteY92" fmla="*/ 264251 h 908370"/>
              <a:gd name="connsiteX93" fmla="*/ 164421 w 756513"/>
              <a:gd name="connsiteY93" fmla="*/ 265870 h 908370"/>
              <a:gd name="connsiteX94" fmla="*/ 158851 w 756513"/>
              <a:gd name="connsiteY94" fmla="*/ 270147 h 908370"/>
              <a:gd name="connsiteX95" fmla="*/ 156740 w 756513"/>
              <a:gd name="connsiteY95" fmla="*/ 271828 h 908370"/>
              <a:gd name="connsiteX96" fmla="*/ 151278 w 756513"/>
              <a:gd name="connsiteY96" fmla="*/ 276457 h 908370"/>
              <a:gd name="connsiteX97" fmla="*/ 149432 w 756513"/>
              <a:gd name="connsiteY97" fmla="*/ 278093 h 908370"/>
              <a:gd name="connsiteX98" fmla="*/ 144021 w 756513"/>
              <a:gd name="connsiteY98" fmla="*/ 283150 h 908370"/>
              <a:gd name="connsiteX99" fmla="*/ 142523 w 756513"/>
              <a:gd name="connsiteY99" fmla="*/ 284625 h 908370"/>
              <a:gd name="connsiteX100" fmla="*/ 137101 w 756513"/>
              <a:gd name="connsiteY100" fmla="*/ 290211 h 908370"/>
              <a:gd name="connsiteX101" fmla="*/ 136080 w 756513"/>
              <a:gd name="connsiteY101" fmla="*/ 291331 h 908370"/>
              <a:gd name="connsiteX102" fmla="*/ 130540 w 756513"/>
              <a:gd name="connsiteY102" fmla="*/ 297623 h 908370"/>
              <a:gd name="connsiteX103" fmla="*/ 130220 w 756513"/>
              <a:gd name="connsiteY103" fmla="*/ 298013 h 908370"/>
              <a:gd name="connsiteX104" fmla="*/ 84719 w 756513"/>
              <a:gd name="connsiteY104" fmla="*/ 418870 h 908370"/>
              <a:gd name="connsiteX105" fmla="*/ 84479 w 756513"/>
              <a:gd name="connsiteY105" fmla="*/ 425089 h 908370"/>
              <a:gd name="connsiteX106" fmla="*/ 84479 w 756513"/>
              <a:gd name="connsiteY106" fmla="*/ 437400 h 908370"/>
              <a:gd name="connsiteX107" fmla="*/ 181132 w 756513"/>
              <a:gd name="connsiteY107" fmla="*/ 437400 h 908370"/>
              <a:gd name="connsiteX108" fmla="*/ 336469 w 756513"/>
              <a:gd name="connsiteY108" fmla="*/ 341596 h 908370"/>
              <a:gd name="connsiteX109" fmla="*/ 361839 w 756513"/>
              <a:gd name="connsiteY109" fmla="*/ 298745 h 908370"/>
              <a:gd name="connsiteX110" fmla="*/ 362830 w 756513"/>
              <a:gd name="connsiteY110" fmla="*/ 299306 h 908370"/>
              <a:gd name="connsiteX111" fmla="*/ 369494 w 756513"/>
              <a:gd name="connsiteY111" fmla="*/ 303183 h 908370"/>
              <a:gd name="connsiteX112" fmla="*/ 370999 w 756513"/>
              <a:gd name="connsiteY112" fmla="*/ 304159 h 908370"/>
              <a:gd name="connsiteX113" fmla="*/ 376854 w 756513"/>
              <a:gd name="connsiteY113" fmla="*/ 308070 h 908370"/>
              <a:gd name="connsiteX114" fmla="*/ 378635 w 756513"/>
              <a:gd name="connsiteY114" fmla="*/ 309378 h 908370"/>
              <a:gd name="connsiteX115" fmla="*/ 383892 w 756513"/>
              <a:gd name="connsiteY115" fmla="*/ 313382 h 908370"/>
              <a:gd name="connsiteX116" fmla="*/ 385827 w 756513"/>
              <a:gd name="connsiteY116" fmla="*/ 314992 h 908370"/>
              <a:gd name="connsiteX117" fmla="*/ 390589 w 756513"/>
              <a:gd name="connsiteY117" fmla="*/ 319115 h 908370"/>
              <a:gd name="connsiteX118" fmla="*/ 392591 w 756513"/>
              <a:gd name="connsiteY118" fmla="*/ 320991 h 908370"/>
              <a:gd name="connsiteX119" fmla="*/ 396926 w 756513"/>
              <a:gd name="connsiteY119" fmla="*/ 325255 h 908370"/>
              <a:gd name="connsiteX120" fmla="*/ 398929 w 756513"/>
              <a:gd name="connsiteY120" fmla="*/ 327372 h 908370"/>
              <a:gd name="connsiteX121" fmla="*/ 402873 w 756513"/>
              <a:gd name="connsiteY121" fmla="*/ 331779 h 908370"/>
              <a:gd name="connsiteX122" fmla="*/ 404841 w 756513"/>
              <a:gd name="connsiteY122" fmla="*/ 334132 h 908370"/>
              <a:gd name="connsiteX123" fmla="*/ 408418 w 756513"/>
              <a:gd name="connsiteY123" fmla="*/ 338687 h 908370"/>
              <a:gd name="connsiteX124" fmla="*/ 410307 w 756513"/>
              <a:gd name="connsiteY124" fmla="*/ 341253 h 908370"/>
              <a:gd name="connsiteX125" fmla="*/ 413536 w 756513"/>
              <a:gd name="connsiteY125" fmla="*/ 345968 h 908370"/>
              <a:gd name="connsiteX126" fmla="*/ 415308 w 756513"/>
              <a:gd name="connsiteY126" fmla="*/ 348715 h 908370"/>
              <a:gd name="connsiteX127" fmla="*/ 418210 w 756513"/>
              <a:gd name="connsiteY127" fmla="*/ 353620 h 908370"/>
              <a:gd name="connsiteX128" fmla="*/ 419831 w 756513"/>
              <a:gd name="connsiteY128" fmla="*/ 356517 h 908370"/>
              <a:gd name="connsiteX129" fmla="*/ 422416 w 756513"/>
              <a:gd name="connsiteY129" fmla="*/ 361632 h 908370"/>
              <a:gd name="connsiteX130" fmla="*/ 423857 w 756513"/>
              <a:gd name="connsiteY130" fmla="*/ 364641 h 908370"/>
              <a:gd name="connsiteX131" fmla="*/ 426134 w 756513"/>
              <a:gd name="connsiteY131" fmla="*/ 370017 h 908370"/>
              <a:gd name="connsiteX132" fmla="*/ 427367 w 756513"/>
              <a:gd name="connsiteY132" fmla="*/ 373074 h 908370"/>
              <a:gd name="connsiteX133" fmla="*/ 429345 w 756513"/>
              <a:gd name="connsiteY133" fmla="*/ 378796 h 908370"/>
              <a:gd name="connsiteX134" fmla="*/ 430338 w 756513"/>
              <a:gd name="connsiteY134" fmla="*/ 381805 h 908370"/>
              <a:gd name="connsiteX135" fmla="*/ 432027 w 756513"/>
              <a:gd name="connsiteY135" fmla="*/ 388028 h 908370"/>
              <a:gd name="connsiteX136" fmla="*/ 432755 w 756513"/>
              <a:gd name="connsiteY136" fmla="*/ 390826 h 908370"/>
              <a:gd name="connsiteX137" fmla="*/ 434169 w 756513"/>
              <a:gd name="connsiteY137" fmla="*/ 397918 h 908370"/>
              <a:gd name="connsiteX138" fmla="*/ 434592 w 756513"/>
              <a:gd name="connsiteY138" fmla="*/ 400122 h 908370"/>
              <a:gd name="connsiteX139" fmla="*/ 435830 w 756513"/>
              <a:gd name="connsiteY139" fmla="*/ 409671 h 908370"/>
              <a:gd name="connsiteX140" fmla="*/ 435830 w 756513"/>
              <a:gd name="connsiteY140" fmla="*/ 409678 h 908370"/>
              <a:gd name="connsiteX141" fmla="*/ 353904 w 756513"/>
              <a:gd name="connsiteY141" fmla="*/ 294761 h 908370"/>
              <a:gd name="connsiteX142" fmla="*/ 361839 w 756513"/>
              <a:gd name="connsiteY142" fmla="*/ 298745 h 908370"/>
              <a:gd name="connsiteX143" fmla="*/ 156322 w 756513"/>
              <a:gd name="connsiteY143" fmla="*/ 372431 h 908370"/>
              <a:gd name="connsiteX144" fmla="*/ 156385 w 756513"/>
              <a:gd name="connsiteY144" fmla="*/ 372260 h 908370"/>
              <a:gd name="connsiteX145" fmla="*/ 160036 w 756513"/>
              <a:gd name="connsiteY145" fmla="*/ 363270 h 908370"/>
              <a:gd name="connsiteX146" fmla="*/ 160239 w 756513"/>
              <a:gd name="connsiteY146" fmla="*/ 362834 h 908370"/>
              <a:gd name="connsiteX147" fmla="*/ 164422 w 756513"/>
              <a:gd name="connsiteY147" fmla="*/ 354417 h 908370"/>
              <a:gd name="connsiteX148" fmla="*/ 164850 w 756513"/>
              <a:gd name="connsiteY148" fmla="*/ 353657 h 908370"/>
              <a:gd name="connsiteX149" fmla="*/ 169450 w 756513"/>
              <a:gd name="connsiteY149" fmla="*/ 345901 h 908370"/>
              <a:gd name="connsiteX150" fmla="*/ 170201 w 756513"/>
              <a:gd name="connsiteY150" fmla="*/ 344776 h 908370"/>
              <a:gd name="connsiteX151" fmla="*/ 175096 w 756513"/>
              <a:gd name="connsiteY151" fmla="*/ 337745 h 908370"/>
              <a:gd name="connsiteX152" fmla="*/ 176258 w 756513"/>
              <a:gd name="connsiteY152" fmla="*/ 336258 h 908370"/>
              <a:gd name="connsiteX153" fmla="*/ 181335 w 756513"/>
              <a:gd name="connsiteY153" fmla="*/ 329985 h 908370"/>
              <a:gd name="connsiteX154" fmla="*/ 182991 w 756513"/>
              <a:gd name="connsiteY154" fmla="*/ 328161 h 908370"/>
              <a:gd name="connsiteX155" fmla="*/ 188138 w 756513"/>
              <a:gd name="connsiteY155" fmla="*/ 322660 h 908370"/>
              <a:gd name="connsiteX156" fmla="*/ 190383 w 756513"/>
              <a:gd name="connsiteY156" fmla="*/ 320529 h 908370"/>
              <a:gd name="connsiteX157" fmla="*/ 195483 w 756513"/>
              <a:gd name="connsiteY157" fmla="*/ 315807 h 908370"/>
              <a:gd name="connsiteX158" fmla="*/ 198390 w 756513"/>
              <a:gd name="connsiteY158" fmla="*/ 313430 h 908370"/>
              <a:gd name="connsiteX159" fmla="*/ 203341 w 756513"/>
              <a:gd name="connsiteY159" fmla="*/ 309471 h 908370"/>
              <a:gd name="connsiteX160" fmla="*/ 206985 w 756513"/>
              <a:gd name="connsiteY160" fmla="*/ 306922 h 908370"/>
              <a:gd name="connsiteX161" fmla="*/ 211684 w 756513"/>
              <a:gd name="connsiteY161" fmla="*/ 303693 h 908370"/>
              <a:gd name="connsiteX162" fmla="*/ 216194 w 756513"/>
              <a:gd name="connsiteY162" fmla="*/ 301026 h 908370"/>
              <a:gd name="connsiteX163" fmla="*/ 220477 w 756513"/>
              <a:gd name="connsiteY163" fmla="*/ 298528 h 908370"/>
              <a:gd name="connsiteX164" fmla="*/ 226216 w 756513"/>
              <a:gd name="connsiteY164" fmla="*/ 295708 h 908370"/>
              <a:gd name="connsiteX165" fmla="*/ 229684 w 756513"/>
              <a:gd name="connsiteY165" fmla="*/ 294018 h 908370"/>
              <a:gd name="connsiteX166" fmla="*/ 239271 w 756513"/>
              <a:gd name="connsiteY166" fmla="*/ 290213 h 908370"/>
              <a:gd name="connsiteX167" fmla="*/ 249589 w 756513"/>
              <a:gd name="connsiteY167" fmla="*/ 286903 h 908370"/>
              <a:gd name="connsiteX168" fmla="*/ 252775 w 756513"/>
              <a:gd name="connsiteY168" fmla="*/ 286068 h 908370"/>
              <a:gd name="connsiteX169" fmla="*/ 260081 w 756513"/>
              <a:gd name="connsiteY169" fmla="*/ 284316 h 908370"/>
              <a:gd name="connsiteX170" fmla="*/ 263563 w 756513"/>
              <a:gd name="connsiteY170" fmla="*/ 283625 h 908370"/>
              <a:gd name="connsiteX171" fmla="*/ 270960 w 756513"/>
              <a:gd name="connsiteY171" fmla="*/ 282429 h 908370"/>
              <a:gd name="connsiteX172" fmla="*/ 273950 w 756513"/>
              <a:gd name="connsiteY172" fmla="*/ 282024 h 908370"/>
              <a:gd name="connsiteX173" fmla="*/ 283726 w 756513"/>
              <a:gd name="connsiteY173" fmla="*/ 281188 h 908370"/>
              <a:gd name="connsiteX174" fmla="*/ 284174 w 756513"/>
              <a:gd name="connsiteY174" fmla="*/ 281155 h 908370"/>
              <a:gd name="connsiteX175" fmla="*/ 294889 w 756513"/>
              <a:gd name="connsiteY175" fmla="*/ 281035 h 908370"/>
              <a:gd name="connsiteX176" fmla="*/ 296143 w 756513"/>
              <a:gd name="connsiteY176" fmla="*/ 281092 h 908370"/>
              <a:gd name="connsiteX177" fmla="*/ 305236 w 756513"/>
              <a:gd name="connsiteY177" fmla="*/ 281664 h 908370"/>
              <a:gd name="connsiteX178" fmla="*/ 307330 w 756513"/>
              <a:gd name="connsiteY178" fmla="*/ 281884 h 908370"/>
              <a:gd name="connsiteX179" fmla="*/ 315802 w 756513"/>
              <a:gd name="connsiteY179" fmla="*/ 283043 h 908370"/>
              <a:gd name="connsiteX180" fmla="*/ 317579 w 756513"/>
              <a:gd name="connsiteY180" fmla="*/ 283339 h 908370"/>
              <a:gd name="connsiteX181" fmla="*/ 327440 w 756513"/>
              <a:gd name="connsiteY181" fmla="*/ 285424 h 908370"/>
              <a:gd name="connsiteX182" fmla="*/ 327522 w 756513"/>
              <a:gd name="connsiteY182" fmla="*/ 286610 h 908370"/>
              <a:gd name="connsiteX183" fmla="*/ 181132 w 756513"/>
              <a:gd name="connsiteY183" fmla="*/ 411656 h 908370"/>
              <a:gd name="connsiteX184" fmla="*/ 148890 w 756513"/>
              <a:gd name="connsiteY184" fmla="*/ 411656 h 908370"/>
              <a:gd name="connsiteX185" fmla="*/ 156322 w 756513"/>
              <a:gd name="connsiteY185" fmla="*/ 372431 h 908370"/>
              <a:gd name="connsiteX186" fmla="*/ 506039 w 756513"/>
              <a:gd name="connsiteY186" fmla="*/ 769882 h 908370"/>
              <a:gd name="connsiteX187" fmla="*/ 75137 w 756513"/>
              <a:gd name="connsiteY187" fmla="*/ 779065 h 908370"/>
              <a:gd name="connsiteX188" fmla="*/ 559 w 756513"/>
              <a:gd name="connsiteY188" fmla="*/ 908371 h 908370"/>
              <a:gd name="connsiteX189" fmla="*/ 21917 w 756513"/>
              <a:gd name="connsiteY189" fmla="*/ 908371 h 908370"/>
              <a:gd name="connsiteX190" fmla="*/ 78410 w 756513"/>
              <a:gd name="connsiteY190" fmla="*/ 810623 h 908370"/>
              <a:gd name="connsiteX191" fmla="*/ 152920 w 756513"/>
              <a:gd name="connsiteY191" fmla="*/ 782096 h 908370"/>
              <a:gd name="connsiteX192" fmla="*/ 152920 w 756513"/>
              <a:gd name="connsiteY192" fmla="*/ 907821 h 908370"/>
              <a:gd name="connsiteX193" fmla="*/ 424151 w 756513"/>
              <a:gd name="connsiteY193" fmla="*/ 907821 h 908370"/>
              <a:gd name="connsiteX194" fmla="*/ 424151 w 756513"/>
              <a:gd name="connsiteY194" fmla="*/ 793655 h 908370"/>
              <a:gd name="connsiteX195" fmla="*/ 448141 w 756513"/>
              <a:gd name="connsiteY195" fmla="*/ 804039 h 908370"/>
              <a:gd name="connsiteX196" fmla="*/ 485757 w 756513"/>
              <a:gd name="connsiteY196" fmla="*/ 822524 h 908370"/>
              <a:gd name="connsiteX197" fmla="*/ 527318 w 756513"/>
              <a:gd name="connsiteY197" fmla="*/ 897268 h 908370"/>
              <a:gd name="connsiteX198" fmla="*/ 526985 w 756513"/>
              <a:gd name="connsiteY198" fmla="*/ 908371 h 908370"/>
              <a:gd name="connsiteX199" fmla="*/ 591339 w 756513"/>
              <a:gd name="connsiteY199" fmla="*/ 908371 h 908370"/>
              <a:gd name="connsiteX200" fmla="*/ 590999 w 756513"/>
              <a:gd name="connsiteY200" fmla="*/ 897210 h 908370"/>
              <a:gd name="connsiteX201" fmla="*/ 506039 w 756513"/>
              <a:gd name="connsiteY201" fmla="*/ 769882 h 908370"/>
              <a:gd name="connsiteX202" fmla="*/ 178660 w 756513"/>
              <a:gd name="connsiteY202" fmla="*/ 882076 h 908370"/>
              <a:gd name="connsiteX203" fmla="*/ 178660 w 756513"/>
              <a:gd name="connsiteY203" fmla="*/ 775229 h 908370"/>
              <a:gd name="connsiteX204" fmla="*/ 202924 w 756513"/>
              <a:gd name="connsiteY204" fmla="*/ 770210 h 908370"/>
              <a:gd name="connsiteX205" fmla="*/ 266416 w 756513"/>
              <a:gd name="connsiteY205" fmla="*/ 882076 h 908370"/>
              <a:gd name="connsiteX206" fmla="*/ 178660 w 756513"/>
              <a:gd name="connsiteY206" fmla="*/ 882076 h 908370"/>
              <a:gd name="connsiteX207" fmla="*/ 288535 w 756513"/>
              <a:gd name="connsiteY207" fmla="*/ 868903 h 908370"/>
              <a:gd name="connsiteX208" fmla="*/ 230293 w 756513"/>
              <a:gd name="connsiteY208" fmla="*/ 766286 h 908370"/>
              <a:gd name="connsiteX209" fmla="*/ 344448 w 756513"/>
              <a:gd name="connsiteY209" fmla="*/ 770392 h 908370"/>
              <a:gd name="connsiteX210" fmla="*/ 288535 w 756513"/>
              <a:gd name="connsiteY210" fmla="*/ 868903 h 908370"/>
              <a:gd name="connsiteX211" fmla="*/ 398411 w 756513"/>
              <a:gd name="connsiteY211" fmla="*/ 882076 h 908370"/>
              <a:gd name="connsiteX212" fmla="*/ 310655 w 756513"/>
              <a:gd name="connsiteY212" fmla="*/ 882076 h 908370"/>
              <a:gd name="connsiteX213" fmla="*/ 370747 w 756513"/>
              <a:gd name="connsiteY213" fmla="*/ 776203 h 908370"/>
              <a:gd name="connsiteX214" fmla="*/ 398411 w 756513"/>
              <a:gd name="connsiteY214" fmla="*/ 784286 h 908370"/>
              <a:gd name="connsiteX215" fmla="*/ 398411 w 756513"/>
              <a:gd name="connsiteY215" fmla="*/ 882076 h 908370"/>
              <a:gd name="connsiteX216" fmla="*/ 671325 w 756513"/>
              <a:gd name="connsiteY216" fmla="*/ 74467 h 908370"/>
              <a:gd name="connsiteX217" fmla="*/ 411975 w 756513"/>
              <a:gd name="connsiteY217" fmla="*/ 74467 h 908370"/>
              <a:gd name="connsiteX218" fmla="*/ 411975 w 756513"/>
              <a:gd name="connsiteY218" fmla="*/ 100211 h 908370"/>
              <a:gd name="connsiteX219" fmla="*/ 671325 w 756513"/>
              <a:gd name="connsiteY219" fmla="*/ 100211 h 908370"/>
              <a:gd name="connsiteX220" fmla="*/ 671325 w 756513"/>
              <a:gd name="connsiteY220" fmla="*/ 74467 h 908370"/>
              <a:gd name="connsiteX221" fmla="*/ 411975 w 756513"/>
              <a:gd name="connsiteY221" fmla="*/ 159283 h 908370"/>
              <a:gd name="connsiteX222" fmla="*/ 671325 w 756513"/>
              <a:gd name="connsiteY222" fmla="*/ 159283 h 908370"/>
              <a:gd name="connsiteX223" fmla="*/ 671325 w 756513"/>
              <a:gd name="connsiteY223" fmla="*/ 133538 h 908370"/>
              <a:gd name="connsiteX224" fmla="*/ 411975 w 756513"/>
              <a:gd name="connsiteY224" fmla="*/ 133538 h 908370"/>
              <a:gd name="connsiteX225" fmla="*/ 411975 w 756513"/>
              <a:gd name="connsiteY225" fmla="*/ 159283 h 908370"/>
              <a:gd name="connsiteX226" fmla="*/ 671325 w 756513"/>
              <a:gd name="connsiteY226" fmla="*/ 218354 h 908370"/>
              <a:gd name="connsiteX227" fmla="*/ 671325 w 756513"/>
              <a:gd name="connsiteY227" fmla="*/ 192609 h 908370"/>
              <a:gd name="connsiteX228" fmla="*/ 510248 w 756513"/>
              <a:gd name="connsiteY228" fmla="*/ 192609 h 908370"/>
              <a:gd name="connsiteX229" fmla="*/ 510248 w 756513"/>
              <a:gd name="connsiteY229" fmla="*/ 218354 h 908370"/>
              <a:gd name="connsiteX230" fmla="*/ 671325 w 756513"/>
              <a:gd name="connsiteY230" fmla="*/ 218354 h 90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756513" h="908370">
                <a:moveTo>
                  <a:pt x="684616" y="0"/>
                </a:moveTo>
                <a:lnTo>
                  <a:pt x="398684" y="0"/>
                </a:lnTo>
                <a:cubicBezTo>
                  <a:pt x="359038" y="0"/>
                  <a:pt x="326787" y="32254"/>
                  <a:pt x="326787" y="71899"/>
                </a:cubicBezTo>
                <a:lnTo>
                  <a:pt x="326787" y="191787"/>
                </a:lnTo>
                <a:cubicBezTo>
                  <a:pt x="335554" y="193263"/>
                  <a:pt x="344141" y="195224"/>
                  <a:pt x="352527" y="197647"/>
                </a:cubicBezTo>
                <a:lnTo>
                  <a:pt x="352527" y="71899"/>
                </a:lnTo>
                <a:cubicBezTo>
                  <a:pt x="352527" y="46448"/>
                  <a:pt x="373234" y="25744"/>
                  <a:pt x="398684" y="25744"/>
                </a:cubicBezTo>
                <a:lnTo>
                  <a:pt x="684616" y="25744"/>
                </a:lnTo>
                <a:cubicBezTo>
                  <a:pt x="710066" y="25744"/>
                  <a:pt x="730774" y="46448"/>
                  <a:pt x="730774" y="71899"/>
                </a:cubicBezTo>
                <a:lnTo>
                  <a:pt x="730774" y="222261"/>
                </a:lnTo>
                <a:cubicBezTo>
                  <a:pt x="730774" y="247712"/>
                  <a:pt x="710066" y="268415"/>
                  <a:pt x="684616" y="268415"/>
                </a:cubicBezTo>
                <a:lnTo>
                  <a:pt x="581652" y="268415"/>
                </a:lnTo>
                <a:lnTo>
                  <a:pt x="535782" y="297100"/>
                </a:lnTo>
                <a:lnTo>
                  <a:pt x="535782" y="268389"/>
                </a:lnTo>
                <a:lnTo>
                  <a:pt x="510042" y="268389"/>
                </a:lnTo>
                <a:lnTo>
                  <a:pt x="510042" y="343556"/>
                </a:lnTo>
                <a:lnTo>
                  <a:pt x="589039" y="294156"/>
                </a:lnTo>
                <a:lnTo>
                  <a:pt x="684616" y="294160"/>
                </a:lnTo>
                <a:cubicBezTo>
                  <a:pt x="724262" y="294160"/>
                  <a:pt x="756513" y="261906"/>
                  <a:pt x="756513" y="222261"/>
                </a:cubicBezTo>
                <a:lnTo>
                  <a:pt x="756513" y="71899"/>
                </a:lnTo>
                <a:cubicBezTo>
                  <a:pt x="756513" y="32254"/>
                  <a:pt x="724262" y="0"/>
                  <a:pt x="684616" y="0"/>
                </a:cubicBezTo>
                <a:close/>
                <a:moveTo>
                  <a:pt x="336469" y="341596"/>
                </a:moveTo>
                <a:cubicBezTo>
                  <a:pt x="352053" y="396309"/>
                  <a:pt x="386171" y="428775"/>
                  <a:pt x="436548" y="435890"/>
                </a:cubicBezTo>
                <a:cubicBezTo>
                  <a:pt x="436593" y="438300"/>
                  <a:pt x="436640" y="440889"/>
                  <a:pt x="436689" y="443601"/>
                </a:cubicBezTo>
                <a:cubicBezTo>
                  <a:pt x="436691" y="443719"/>
                  <a:pt x="436694" y="443836"/>
                  <a:pt x="436695" y="443954"/>
                </a:cubicBezTo>
                <a:cubicBezTo>
                  <a:pt x="436718" y="445195"/>
                  <a:pt x="436740" y="446463"/>
                  <a:pt x="436763" y="447752"/>
                </a:cubicBezTo>
                <a:cubicBezTo>
                  <a:pt x="436768" y="448077"/>
                  <a:pt x="436774" y="448408"/>
                  <a:pt x="436781" y="448738"/>
                </a:cubicBezTo>
                <a:cubicBezTo>
                  <a:pt x="436799" y="449789"/>
                  <a:pt x="436817" y="450848"/>
                  <a:pt x="436836" y="451922"/>
                </a:cubicBezTo>
                <a:cubicBezTo>
                  <a:pt x="436843" y="452310"/>
                  <a:pt x="436850" y="452704"/>
                  <a:pt x="436857" y="453095"/>
                </a:cubicBezTo>
                <a:cubicBezTo>
                  <a:pt x="437074" y="465624"/>
                  <a:pt x="437306" y="479418"/>
                  <a:pt x="437516" y="490744"/>
                </a:cubicBezTo>
                <a:cubicBezTo>
                  <a:pt x="437520" y="490975"/>
                  <a:pt x="437525" y="491206"/>
                  <a:pt x="437529" y="491432"/>
                </a:cubicBezTo>
                <a:cubicBezTo>
                  <a:pt x="437545" y="492303"/>
                  <a:pt x="437561" y="493153"/>
                  <a:pt x="437577" y="493991"/>
                </a:cubicBezTo>
                <a:cubicBezTo>
                  <a:pt x="437591" y="494723"/>
                  <a:pt x="437605" y="495452"/>
                  <a:pt x="437618" y="496157"/>
                </a:cubicBezTo>
                <a:cubicBezTo>
                  <a:pt x="437636" y="497048"/>
                  <a:pt x="437652" y="497891"/>
                  <a:pt x="437669" y="498735"/>
                </a:cubicBezTo>
                <a:cubicBezTo>
                  <a:pt x="437674" y="499030"/>
                  <a:pt x="437681" y="499347"/>
                  <a:pt x="437687" y="499635"/>
                </a:cubicBezTo>
                <a:cubicBezTo>
                  <a:pt x="437712" y="500897"/>
                  <a:pt x="437736" y="502110"/>
                  <a:pt x="437760" y="503240"/>
                </a:cubicBezTo>
                <a:cubicBezTo>
                  <a:pt x="437864" y="505747"/>
                  <a:pt x="437898" y="508244"/>
                  <a:pt x="437865" y="510725"/>
                </a:cubicBezTo>
                <a:cubicBezTo>
                  <a:pt x="437629" y="528087"/>
                  <a:pt x="434071" y="544719"/>
                  <a:pt x="427816" y="560104"/>
                </a:cubicBezTo>
                <a:cubicBezTo>
                  <a:pt x="426029" y="564500"/>
                  <a:pt x="424022" y="568792"/>
                  <a:pt x="421809" y="572971"/>
                </a:cubicBezTo>
                <a:cubicBezTo>
                  <a:pt x="397468" y="618947"/>
                  <a:pt x="348258" y="651129"/>
                  <a:pt x="293608" y="653435"/>
                </a:cubicBezTo>
                <a:cubicBezTo>
                  <a:pt x="273440" y="654948"/>
                  <a:pt x="253408" y="652214"/>
                  <a:pt x="234616" y="645979"/>
                </a:cubicBezTo>
                <a:cubicBezTo>
                  <a:pt x="232268" y="645199"/>
                  <a:pt x="229938" y="644365"/>
                  <a:pt x="227630" y="643479"/>
                </a:cubicBezTo>
                <a:cubicBezTo>
                  <a:pt x="220705" y="640818"/>
                  <a:pt x="213975" y="637677"/>
                  <a:pt x="207497" y="634095"/>
                </a:cubicBezTo>
                <a:cubicBezTo>
                  <a:pt x="205337" y="632903"/>
                  <a:pt x="203206" y="631659"/>
                  <a:pt x="201104" y="630371"/>
                </a:cubicBezTo>
                <a:cubicBezTo>
                  <a:pt x="196902" y="627790"/>
                  <a:pt x="192820" y="625022"/>
                  <a:pt x="188876" y="622075"/>
                </a:cubicBezTo>
                <a:cubicBezTo>
                  <a:pt x="186904" y="620600"/>
                  <a:pt x="184966" y="619082"/>
                  <a:pt x="183065" y="617521"/>
                </a:cubicBezTo>
                <a:cubicBezTo>
                  <a:pt x="156451" y="595663"/>
                  <a:pt x="137015" y="565365"/>
                  <a:pt x="130671" y="530612"/>
                </a:cubicBezTo>
                <a:cubicBezTo>
                  <a:pt x="129765" y="525648"/>
                  <a:pt x="129125" y="520593"/>
                  <a:pt x="128771" y="515458"/>
                </a:cubicBezTo>
                <a:cubicBezTo>
                  <a:pt x="128644" y="514186"/>
                  <a:pt x="128535" y="512827"/>
                  <a:pt x="128441" y="511401"/>
                </a:cubicBezTo>
                <a:cubicBezTo>
                  <a:pt x="127778" y="501431"/>
                  <a:pt x="127817" y="488262"/>
                  <a:pt x="127585" y="479199"/>
                </a:cubicBezTo>
                <a:lnTo>
                  <a:pt x="106229" y="479199"/>
                </a:lnTo>
                <a:cubicBezTo>
                  <a:pt x="106149" y="484818"/>
                  <a:pt x="105861" y="497143"/>
                  <a:pt x="105792" y="504302"/>
                </a:cubicBezTo>
                <a:cubicBezTo>
                  <a:pt x="105781" y="505324"/>
                  <a:pt x="105776" y="506240"/>
                  <a:pt x="105776" y="507018"/>
                </a:cubicBezTo>
                <a:cubicBezTo>
                  <a:pt x="105472" y="542201"/>
                  <a:pt x="116306" y="577057"/>
                  <a:pt x="136219" y="605924"/>
                </a:cubicBezTo>
                <a:cubicBezTo>
                  <a:pt x="140814" y="612586"/>
                  <a:pt x="145893" y="618929"/>
                  <a:pt x="151430" y="624884"/>
                </a:cubicBezTo>
                <a:cubicBezTo>
                  <a:pt x="216210" y="696333"/>
                  <a:pt x="319995" y="701694"/>
                  <a:pt x="393576" y="655992"/>
                </a:cubicBezTo>
                <a:cubicBezTo>
                  <a:pt x="421608" y="638581"/>
                  <a:pt x="445255" y="613759"/>
                  <a:pt x="460695" y="582358"/>
                </a:cubicBezTo>
                <a:cubicBezTo>
                  <a:pt x="466484" y="570584"/>
                  <a:pt x="471119" y="557882"/>
                  <a:pt x="474398" y="544300"/>
                </a:cubicBezTo>
                <a:cubicBezTo>
                  <a:pt x="475140" y="541034"/>
                  <a:pt x="475795" y="537666"/>
                  <a:pt x="476367" y="534243"/>
                </a:cubicBezTo>
                <a:cubicBezTo>
                  <a:pt x="476937" y="530818"/>
                  <a:pt x="477424" y="527340"/>
                  <a:pt x="477829" y="523854"/>
                </a:cubicBezTo>
                <a:cubicBezTo>
                  <a:pt x="478635" y="516882"/>
                  <a:pt x="479113" y="509883"/>
                  <a:pt x="479273" y="503240"/>
                </a:cubicBezTo>
                <a:cubicBezTo>
                  <a:pt x="479322" y="500935"/>
                  <a:pt x="479373" y="498339"/>
                  <a:pt x="479426" y="495522"/>
                </a:cubicBezTo>
                <a:cubicBezTo>
                  <a:pt x="479771" y="477218"/>
                  <a:pt x="480190" y="449665"/>
                  <a:pt x="480538" y="432899"/>
                </a:cubicBezTo>
                <a:cubicBezTo>
                  <a:pt x="480565" y="431611"/>
                  <a:pt x="480591" y="430385"/>
                  <a:pt x="480617" y="429233"/>
                </a:cubicBezTo>
                <a:cubicBezTo>
                  <a:pt x="480815" y="425958"/>
                  <a:pt x="480931" y="422701"/>
                  <a:pt x="480966" y="419466"/>
                </a:cubicBezTo>
                <a:cubicBezTo>
                  <a:pt x="481071" y="409758"/>
                  <a:pt x="480447" y="400231"/>
                  <a:pt x="479145" y="390930"/>
                </a:cubicBezTo>
                <a:cubicBezTo>
                  <a:pt x="478277" y="384732"/>
                  <a:pt x="477108" y="378632"/>
                  <a:pt x="475650" y="372646"/>
                </a:cubicBezTo>
                <a:cubicBezTo>
                  <a:pt x="456712" y="294845"/>
                  <a:pt x="389254" y="236432"/>
                  <a:pt x="305287" y="227881"/>
                </a:cubicBezTo>
                <a:cubicBezTo>
                  <a:pt x="305245" y="227876"/>
                  <a:pt x="305205" y="227876"/>
                  <a:pt x="305163" y="227872"/>
                </a:cubicBezTo>
                <a:cubicBezTo>
                  <a:pt x="301508" y="227533"/>
                  <a:pt x="297872" y="227295"/>
                  <a:pt x="294255" y="227140"/>
                </a:cubicBezTo>
                <a:cubicBezTo>
                  <a:pt x="293016" y="227085"/>
                  <a:pt x="291790" y="227092"/>
                  <a:pt x="290556" y="227061"/>
                </a:cubicBezTo>
                <a:cubicBezTo>
                  <a:pt x="288147" y="226999"/>
                  <a:pt x="285739" y="226937"/>
                  <a:pt x="283350" y="226954"/>
                </a:cubicBezTo>
                <a:cubicBezTo>
                  <a:pt x="281887" y="226965"/>
                  <a:pt x="280439" y="227030"/>
                  <a:pt x="278984" y="227069"/>
                </a:cubicBezTo>
                <a:cubicBezTo>
                  <a:pt x="276843" y="227129"/>
                  <a:pt x="274704" y="227189"/>
                  <a:pt x="272581" y="227313"/>
                </a:cubicBezTo>
                <a:cubicBezTo>
                  <a:pt x="271040" y="227402"/>
                  <a:pt x="269514" y="227535"/>
                  <a:pt x="267982" y="227657"/>
                </a:cubicBezTo>
                <a:cubicBezTo>
                  <a:pt x="265973" y="227819"/>
                  <a:pt x="263966" y="227987"/>
                  <a:pt x="261975" y="228202"/>
                </a:cubicBezTo>
                <a:cubicBezTo>
                  <a:pt x="260396" y="228375"/>
                  <a:pt x="258830" y="228579"/>
                  <a:pt x="257263" y="228785"/>
                </a:cubicBezTo>
                <a:cubicBezTo>
                  <a:pt x="255351" y="229038"/>
                  <a:pt x="253445" y="229306"/>
                  <a:pt x="251552" y="229610"/>
                </a:cubicBezTo>
                <a:cubicBezTo>
                  <a:pt x="249953" y="229867"/>
                  <a:pt x="248365" y="230144"/>
                  <a:pt x="246781" y="230437"/>
                </a:cubicBezTo>
                <a:cubicBezTo>
                  <a:pt x="244951" y="230774"/>
                  <a:pt x="243130" y="231138"/>
                  <a:pt x="241319" y="231523"/>
                </a:cubicBezTo>
                <a:cubicBezTo>
                  <a:pt x="239714" y="231863"/>
                  <a:pt x="238114" y="232215"/>
                  <a:pt x="236525" y="232592"/>
                </a:cubicBezTo>
                <a:cubicBezTo>
                  <a:pt x="234769" y="233011"/>
                  <a:pt x="233029" y="233461"/>
                  <a:pt x="231292" y="233924"/>
                </a:cubicBezTo>
                <a:cubicBezTo>
                  <a:pt x="229689" y="234350"/>
                  <a:pt x="228086" y="234778"/>
                  <a:pt x="226499" y="235241"/>
                </a:cubicBezTo>
                <a:cubicBezTo>
                  <a:pt x="224826" y="235731"/>
                  <a:pt x="223173" y="236262"/>
                  <a:pt x="221519" y="236793"/>
                </a:cubicBezTo>
                <a:cubicBezTo>
                  <a:pt x="219904" y="237310"/>
                  <a:pt x="218285" y="237817"/>
                  <a:pt x="216690" y="238374"/>
                </a:cubicBezTo>
                <a:cubicBezTo>
                  <a:pt x="215137" y="238915"/>
                  <a:pt x="213609" y="239507"/>
                  <a:pt x="212073" y="240085"/>
                </a:cubicBezTo>
                <a:cubicBezTo>
                  <a:pt x="210419" y="240706"/>
                  <a:pt x="208756" y="241312"/>
                  <a:pt x="207123" y="241977"/>
                </a:cubicBezTo>
                <a:cubicBezTo>
                  <a:pt x="205789" y="242520"/>
                  <a:pt x="204485" y="243114"/>
                  <a:pt x="203165" y="243684"/>
                </a:cubicBezTo>
                <a:cubicBezTo>
                  <a:pt x="195991" y="246786"/>
                  <a:pt x="189037" y="250273"/>
                  <a:pt x="182342" y="254153"/>
                </a:cubicBezTo>
                <a:cubicBezTo>
                  <a:pt x="181826" y="254452"/>
                  <a:pt x="181295" y="254729"/>
                  <a:pt x="180782" y="255033"/>
                </a:cubicBezTo>
                <a:cubicBezTo>
                  <a:pt x="178730" y="256248"/>
                  <a:pt x="176726" y="257529"/>
                  <a:pt x="174723" y="258815"/>
                </a:cubicBezTo>
                <a:cubicBezTo>
                  <a:pt x="173964" y="259304"/>
                  <a:pt x="173191" y="259769"/>
                  <a:pt x="172439" y="260268"/>
                </a:cubicBezTo>
                <a:cubicBezTo>
                  <a:pt x="170491" y="261554"/>
                  <a:pt x="168590" y="262899"/>
                  <a:pt x="166693" y="264251"/>
                </a:cubicBezTo>
                <a:cubicBezTo>
                  <a:pt x="165937" y="264792"/>
                  <a:pt x="165170" y="265320"/>
                  <a:pt x="164421" y="265870"/>
                </a:cubicBezTo>
                <a:cubicBezTo>
                  <a:pt x="162533" y="267258"/>
                  <a:pt x="160686" y="268694"/>
                  <a:pt x="158851" y="270147"/>
                </a:cubicBezTo>
                <a:cubicBezTo>
                  <a:pt x="158146" y="270705"/>
                  <a:pt x="157436" y="271258"/>
                  <a:pt x="156740" y="271828"/>
                </a:cubicBezTo>
                <a:cubicBezTo>
                  <a:pt x="154887" y="273335"/>
                  <a:pt x="153072" y="274882"/>
                  <a:pt x="151278" y="276457"/>
                </a:cubicBezTo>
                <a:cubicBezTo>
                  <a:pt x="150659" y="277000"/>
                  <a:pt x="150042" y="277543"/>
                  <a:pt x="149432" y="278093"/>
                </a:cubicBezTo>
                <a:cubicBezTo>
                  <a:pt x="147595" y="279744"/>
                  <a:pt x="145793" y="281429"/>
                  <a:pt x="144021" y="283150"/>
                </a:cubicBezTo>
                <a:cubicBezTo>
                  <a:pt x="143518" y="283638"/>
                  <a:pt x="143021" y="284132"/>
                  <a:pt x="142523" y="284625"/>
                </a:cubicBezTo>
                <a:cubicBezTo>
                  <a:pt x="140681" y="286453"/>
                  <a:pt x="138870" y="288311"/>
                  <a:pt x="137101" y="290211"/>
                </a:cubicBezTo>
                <a:cubicBezTo>
                  <a:pt x="136757" y="290582"/>
                  <a:pt x="136421" y="290958"/>
                  <a:pt x="136080" y="291331"/>
                </a:cubicBezTo>
                <a:cubicBezTo>
                  <a:pt x="134192" y="293391"/>
                  <a:pt x="132339" y="295481"/>
                  <a:pt x="130540" y="297623"/>
                </a:cubicBezTo>
                <a:cubicBezTo>
                  <a:pt x="130432" y="297752"/>
                  <a:pt x="130328" y="297885"/>
                  <a:pt x="130220" y="298013"/>
                </a:cubicBezTo>
                <a:cubicBezTo>
                  <a:pt x="103072" y="330506"/>
                  <a:pt x="86298" y="372177"/>
                  <a:pt x="84719" y="418870"/>
                </a:cubicBezTo>
                <a:cubicBezTo>
                  <a:pt x="84622" y="420883"/>
                  <a:pt x="84538" y="422971"/>
                  <a:pt x="84479" y="425089"/>
                </a:cubicBezTo>
                <a:lnTo>
                  <a:pt x="84479" y="437400"/>
                </a:lnTo>
                <a:lnTo>
                  <a:pt x="181132" y="437400"/>
                </a:lnTo>
                <a:cubicBezTo>
                  <a:pt x="248954" y="437400"/>
                  <a:pt x="307793" y="398362"/>
                  <a:pt x="336469" y="341596"/>
                </a:cubicBezTo>
                <a:close/>
                <a:moveTo>
                  <a:pt x="361839" y="298745"/>
                </a:moveTo>
                <a:cubicBezTo>
                  <a:pt x="362174" y="298924"/>
                  <a:pt x="362497" y="299124"/>
                  <a:pt x="362830" y="299306"/>
                </a:cubicBezTo>
                <a:cubicBezTo>
                  <a:pt x="365084" y="300545"/>
                  <a:pt x="367311" y="301829"/>
                  <a:pt x="369494" y="303183"/>
                </a:cubicBezTo>
                <a:cubicBezTo>
                  <a:pt x="370003" y="303499"/>
                  <a:pt x="370495" y="303837"/>
                  <a:pt x="370999" y="304159"/>
                </a:cubicBezTo>
                <a:cubicBezTo>
                  <a:pt x="372980" y="305420"/>
                  <a:pt x="374939" y="306713"/>
                  <a:pt x="376854" y="308070"/>
                </a:cubicBezTo>
                <a:cubicBezTo>
                  <a:pt x="377456" y="308495"/>
                  <a:pt x="378040" y="308943"/>
                  <a:pt x="378635" y="309378"/>
                </a:cubicBezTo>
                <a:cubicBezTo>
                  <a:pt x="380414" y="310677"/>
                  <a:pt x="382174" y="312003"/>
                  <a:pt x="383892" y="313382"/>
                </a:cubicBezTo>
                <a:cubicBezTo>
                  <a:pt x="384546" y="313907"/>
                  <a:pt x="385182" y="314455"/>
                  <a:pt x="385827" y="314992"/>
                </a:cubicBezTo>
                <a:cubicBezTo>
                  <a:pt x="387442" y="316335"/>
                  <a:pt x="389035" y="317701"/>
                  <a:pt x="390589" y="319115"/>
                </a:cubicBezTo>
                <a:cubicBezTo>
                  <a:pt x="391266" y="319729"/>
                  <a:pt x="391926" y="320363"/>
                  <a:pt x="392591" y="320991"/>
                </a:cubicBezTo>
                <a:cubicBezTo>
                  <a:pt x="394063" y="322383"/>
                  <a:pt x="395513" y="323800"/>
                  <a:pt x="396926" y="325255"/>
                </a:cubicBezTo>
                <a:cubicBezTo>
                  <a:pt x="397602" y="325951"/>
                  <a:pt x="398266" y="326660"/>
                  <a:pt x="398929" y="327372"/>
                </a:cubicBezTo>
                <a:cubicBezTo>
                  <a:pt x="400273" y="328813"/>
                  <a:pt x="401590" y="330281"/>
                  <a:pt x="402873" y="331779"/>
                </a:cubicBezTo>
                <a:cubicBezTo>
                  <a:pt x="403539" y="332555"/>
                  <a:pt x="404193" y="333340"/>
                  <a:pt x="404841" y="334132"/>
                </a:cubicBezTo>
                <a:cubicBezTo>
                  <a:pt x="406064" y="335624"/>
                  <a:pt x="407255" y="337145"/>
                  <a:pt x="408418" y="338687"/>
                </a:cubicBezTo>
                <a:cubicBezTo>
                  <a:pt x="409056" y="339537"/>
                  <a:pt x="409688" y="340388"/>
                  <a:pt x="410307" y="341253"/>
                </a:cubicBezTo>
                <a:cubicBezTo>
                  <a:pt x="411416" y="342798"/>
                  <a:pt x="412488" y="344374"/>
                  <a:pt x="413536" y="345968"/>
                </a:cubicBezTo>
                <a:cubicBezTo>
                  <a:pt x="414133" y="346880"/>
                  <a:pt x="414730" y="347789"/>
                  <a:pt x="415308" y="348715"/>
                </a:cubicBezTo>
                <a:cubicBezTo>
                  <a:pt x="416311" y="350325"/>
                  <a:pt x="417270" y="351965"/>
                  <a:pt x="418210" y="353620"/>
                </a:cubicBezTo>
                <a:cubicBezTo>
                  <a:pt x="418756" y="354581"/>
                  <a:pt x="419307" y="355540"/>
                  <a:pt x="419831" y="356517"/>
                </a:cubicBezTo>
                <a:cubicBezTo>
                  <a:pt x="420732" y="358195"/>
                  <a:pt x="421582" y="359909"/>
                  <a:pt x="422416" y="361632"/>
                </a:cubicBezTo>
                <a:cubicBezTo>
                  <a:pt x="422900" y="362631"/>
                  <a:pt x="423395" y="363625"/>
                  <a:pt x="423857" y="364641"/>
                </a:cubicBezTo>
                <a:cubicBezTo>
                  <a:pt x="424660" y="366406"/>
                  <a:pt x="425402" y="368208"/>
                  <a:pt x="426134" y="370017"/>
                </a:cubicBezTo>
                <a:cubicBezTo>
                  <a:pt x="426546" y="371035"/>
                  <a:pt x="426977" y="372043"/>
                  <a:pt x="427367" y="373074"/>
                </a:cubicBezTo>
                <a:cubicBezTo>
                  <a:pt x="428076" y="374954"/>
                  <a:pt x="428714" y="376874"/>
                  <a:pt x="429345" y="378796"/>
                </a:cubicBezTo>
                <a:cubicBezTo>
                  <a:pt x="429675" y="379801"/>
                  <a:pt x="430031" y="380789"/>
                  <a:pt x="430338" y="381805"/>
                </a:cubicBezTo>
                <a:cubicBezTo>
                  <a:pt x="430958" y="383849"/>
                  <a:pt x="431496" y="385938"/>
                  <a:pt x="432027" y="388028"/>
                </a:cubicBezTo>
                <a:cubicBezTo>
                  <a:pt x="432265" y="388964"/>
                  <a:pt x="432536" y="389882"/>
                  <a:pt x="432755" y="390826"/>
                </a:cubicBezTo>
                <a:cubicBezTo>
                  <a:pt x="433296" y="393158"/>
                  <a:pt x="433743" y="395536"/>
                  <a:pt x="434169" y="397918"/>
                </a:cubicBezTo>
                <a:cubicBezTo>
                  <a:pt x="434302" y="398659"/>
                  <a:pt x="434472" y="399380"/>
                  <a:pt x="434592" y="400122"/>
                </a:cubicBezTo>
                <a:cubicBezTo>
                  <a:pt x="435104" y="403264"/>
                  <a:pt x="435522" y="406445"/>
                  <a:pt x="435830" y="409671"/>
                </a:cubicBezTo>
                <a:cubicBezTo>
                  <a:pt x="435830" y="409673"/>
                  <a:pt x="435830" y="409676"/>
                  <a:pt x="435830" y="409678"/>
                </a:cubicBezTo>
                <a:cubicBezTo>
                  <a:pt x="387561" y="400894"/>
                  <a:pt x="360101" y="362372"/>
                  <a:pt x="353904" y="294761"/>
                </a:cubicBezTo>
                <a:cubicBezTo>
                  <a:pt x="356593" y="296009"/>
                  <a:pt x="359237" y="297339"/>
                  <a:pt x="361839" y="298745"/>
                </a:cubicBezTo>
                <a:close/>
                <a:moveTo>
                  <a:pt x="156322" y="372431"/>
                </a:moveTo>
                <a:cubicBezTo>
                  <a:pt x="156343" y="372373"/>
                  <a:pt x="156364" y="372318"/>
                  <a:pt x="156385" y="372260"/>
                </a:cubicBezTo>
                <a:cubicBezTo>
                  <a:pt x="157489" y="369219"/>
                  <a:pt x="158708" y="366221"/>
                  <a:pt x="160036" y="363270"/>
                </a:cubicBezTo>
                <a:cubicBezTo>
                  <a:pt x="160101" y="363124"/>
                  <a:pt x="160172" y="362980"/>
                  <a:pt x="160239" y="362834"/>
                </a:cubicBezTo>
                <a:cubicBezTo>
                  <a:pt x="161534" y="359980"/>
                  <a:pt x="162929" y="357174"/>
                  <a:pt x="164422" y="354417"/>
                </a:cubicBezTo>
                <a:cubicBezTo>
                  <a:pt x="164561" y="354161"/>
                  <a:pt x="164710" y="353909"/>
                  <a:pt x="164850" y="353657"/>
                </a:cubicBezTo>
                <a:cubicBezTo>
                  <a:pt x="166299" y="351024"/>
                  <a:pt x="167829" y="348434"/>
                  <a:pt x="169450" y="345901"/>
                </a:cubicBezTo>
                <a:cubicBezTo>
                  <a:pt x="169694" y="345521"/>
                  <a:pt x="169954" y="345153"/>
                  <a:pt x="170201" y="344776"/>
                </a:cubicBezTo>
                <a:cubicBezTo>
                  <a:pt x="171763" y="342385"/>
                  <a:pt x="173387" y="340035"/>
                  <a:pt x="175096" y="337745"/>
                </a:cubicBezTo>
                <a:cubicBezTo>
                  <a:pt x="175473" y="337242"/>
                  <a:pt x="175874" y="336756"/>
                  <a:pt x="176258" y="336258"/>
                </a:cubicBezTo>
                <a:cubicBezTo>
                  <a:pt x="177896" y="334125"/>
                  <a:pt x="179575" y="332023"/>
                  <a:pt x="181335" y="329985"/>
                </a:cubicBezTo>
                <a:cubicBezTo>
                  <a:pt x="181873" y="329364"/>
                  <a:pt x="182443" y="328773"/>
                  <a:pt x="182991" y="328161"/>
                </a:cubicBezTo>
                <a:cubicBezTo>
                  <a:pt x="184667" y="326289"/>
                  <a:pt x="186364" y="324441"/>
                  <a:pt x="188138" y="322660"/>
                </a:cubicBezTo>
                <a:cubicBezTo>
                  <a:pt x="188867" y="321931"/>
                  <a:pt x="189637" y="321243"/>
                  <a:pt x="190383" y="320529"/>
                </a:cubicBezTo>
                <a:cubicBezTo>
                  <a:pt x="192055" y="318925"/>
                  <a:pt x="193732" y="317328"/>
                  <a:pt x="195483" y="315807"/>
                </a:cubicBezTo>
                <a:cubicBezTo>
                  <a:pt x="196429" y="314989"/>
                  <a:pt x="197422" y="314227"/>
                  <a:pt x="198390" y="313430"/>
                </a:cubicBezTo>
                <a:cubicBezTo>
                  <a:pt x="200023" y="312089"/>
                  <a:pt x="201648" y="310737"/>
                  <a:pt x="203341" y="309471"/>
                </a:cubicBezTo>
                <a:cubicBezTo>
                  <a:pt x="204529" y="308584"/>
                  <a:pt x="205769" y="307770"/>
                  <a:pt x="206985" y="306922"/>
                </a:cubicBezTo>
                <a:cubicBezTo>
                  <a:pt x="208543" y="305835"/>
                  <a:pt x="210081" y="304718"/>
                  <a:pt x="211684" y="303693"/>
                </a:cubicBezTo>
                <a:cubicBezTo>
                  <a:pt x="213155" y="302755"/>
                  <a:pt x="214686" y="301909"/>
                  <a:pt x="216194" y="301026"/>
                </a:cubicBezTo>
                <a:cubicBezTo>
                  <a:pt x="217620" y="300190"/>
                  <a:pt x="219019" y="299310"/>
                  <a:pt x="220477" y="298528"/>
                </a:cubicBezTo>
                <a:cubicBezTo>
                  <a:pt x="222353" y="297519"/>
                  <a:pt x="224291" y="296625"/>
                  <a:pt x="226216" y="295708"/>
                </a:cubicBezTo>
                <a:cubicBezTo>
                  <a:pt x="227377" y="295153"/>
                  <a:pt x="228507" y="294539"/>
                  <a:pt x="229684" y="294018"/>
                </a:cubicBezTo>
                <a:cubicBezTo>
                  <a:pt x="232824" y="292630"/>
                  <a:pt x="236019" y="291355"/>
                  <a:pt x="239271" y="290213"/>
                </a:cubicBezTo>
                <a:cubicBezTo>
                  <a:pt x="242703" y="288970"/>
                  <a:pt x="246145" y="287890"/>
                  <a:pt x="249589" y="286903"/>
                </a:cubicBezTo>
                <a:cubicBezTo>
                  <a:pt x="250650" y="286600"/>
                  <a:pt x="251713" y="286347"/>
                  <a:pt x="252775" y="286068"/>
                </a:cubicBezTo>
                <a:cubicBezTo>
                  <a:pt x="255210" y="285424"/>
                  <a:pt x="257646" y="284831"/>
                  <a:pt x="260081" y="284316"/>
                </a:cubicBezTo>
                <a:cubicBezTo>
                  <a:pt x="261242" y="284070"/>
                  <a:pt x="262402" y="283844"/>
                  <a:pt x="263563" y="283625"/>
                </a:cubicBezTo>
                <a:cubicBezTo>
                  <a:pt x="266031" y="283163"/>
                  <a:pt x="268496" y="282766"/>
                  <a:pt x="270960" y="282429"/>
                </a:cubicBezTo>
                <a:cubicBezTo>
                  <a:pt x="271957" y="282294"/>
                  <a:pt x="272955" y="282141"/>
                  <a:pt x="273950" y="282024"/>
                </a:cubicBezTo>
                <a:cubicBezTo>
                  <a:pt x="277218" y="281645"/>
                  <a:pt x="280479" y="281352"/>
                  <a:pt x="283726" y="281188"/>
                </a:cubicBezTo>
                <a:cubicBezTo>
                  <a:pt x="283875" y="281179"/>
                  <a:pt x="284025" y="281161"/>
                  <a:pt x="284174" y="281155"/>
                </a:cubicBezTo>
                <a:cubicBezTo>
                  <a:pt x="287763" y="280981"/>
                  <a:pt x="291335" y="280950"/>
                  <a:pt x="294889" y="281035"/>
                </a:cubicBezTo>
                <a:cubicBezTo>
                  <a:pt x="295309" y="281046"/>
                  <a:pt x="295723" y="281079"/>
                  <a:pt x="296143" y="281092"/>
                </a:cubicBezTo>
                <a:cubicBezTo>
                  <a:pt x="299191" y="281192"/>
                  <a:pt x="302223" y="281381"/>
                  <a:pt x="305236" y="281664"/>
                </a:cubicBezTo>
                <a:cubicBezTo>
                  <a:pt x="305936" y="281729"/>
                  <a:pt x="306633" y="281808"/>
                  <a:pt x="307330" y="281884"/>
                </a:cubicBezTo>
                <a:cubicBezTo>
                  <a:pt x="310174" y="282192"/>
                  <a:pt x="312998" y="282576"/>
                  <a:pt x="315802" y="283043"/>
                </a:cubicBezTo>
                <a:cubicBezTo>
                  <a:pt x="316394" y="283141"/>
                  <a:pt x="316989" y="283232"/>
                  <a:pt x="317579" y="283339"/>
                </a:cubicBezTo>
                <a:cubicBezTo>
                  <a:pt x="320896" y="283932"/>
                  <a:pt x="324190" y="284613"/>
                  <a:pt x="327440" y="285424"/>
                </a:cubicBezTo>
                <a:cubicBezTo>
                  <a:pt x="327464" y="285824"/>
                  <a:pt x="327497" y="286212"/>
                  <a:pt x="327522" y="286610"/>
                </a:cubicBezTo>
                <a:cubicBezTo>
                  <a:pt x="316367" y="357368"/>
                  <a:pt x="254977" y="411656"/>
                  <a:pt x="181132" y="411656"/>
                </a:cubicBezTo>
                <a:lnTo>
                  <a:pt x="148890" y="411656"/>
                </a:lnTo>
                <a:cubicBezTo>
                  <a:pt x="149202" y="398142"/>
                  <a:pt x="151803" y="384931"/>
                  <a:pt x="156322" y="372431"/>
                </a:cubicBezTo>
                <a:close/>
                <a:moveTo>
                  <a:pt x="506039" y="769882"/>
                </a:moveTo>
                <a:cubicBezTo>
                  <a:pt x="358944" y="702504"/>
                  <a:pt x="218636" y="704197"/>
                  <a:pt x="75137" y="779065"/>
                </a:cubicBezTo>
                <a:cubicBezTo>
                  <a:pt x="24640" y="802094"/>
                  <a:pt x="-4461" y="853291"/>
                  <a:pt x="559" y="908371"/>
                </a:cubicBezTo>
                <a:lnTo>
                  <a:pt x="21917" y="908371"/>
                </a:lnTo>
                <a:cubicBezTo>
                  <a:pt x="20419" y="867488"/>
                  <a:pt x="40847" y="828329"/>
                  <a:pt x="78410" y="810623"/>
                </a:cubicBezTo>
                <a:cubicBezTo>
                  <a:pt x="103267" y="798995"/>
                  <a:pt x="128097" y="789474"/>
                  <a:pt x="152920" y="782096"/>
                </a:cubicBezTo>
                <a:lnTo>
                  <a:pt x="152920" y="907821"/>
                </a:lnTo>
                <a:lnTo>
                  <a:pt x="424151" y="907821"/>
                </a:lnTo>
                <a:lnTo>
                  <a:pt x="424151" y="793655"/>
                </a:lnTo>
                <a:cubicBezTo>
                  <a:pt x="432142" y="796853"/>
                  <a:pt x="440139" y="800305"/>
                  <a:pt x="448141" y="804039"/>
                </a:cubicBezTo>
                <a:cubicBezTo>
                  <a:pt x="460851" y="809751"/>
                  <a:pt x="473571" y="815738"/>
                  <a:pt x="485757" y="822524"/>
                </a:cubicBezTo>
                <a:cubicBezTo>
                  <a:pt x="512170" y="837358"/>
                  <a:pt x="528647" y="867136"/>
                  <a:pt x="527318" y="897268"/>
                </a:cubicBezTo>
                <a:lnTo>
                  <a:pt x="526985" y="908371"/>
                </a:lnTo>
                <a:lnTo>
                  <a:pt x="591339" y="908371"/>
                </a:lnTo>
                <a:cubicBezTo>
                  <a:pt x="591339" y="908371"/>
                  <a:pt x="591000" y="897210"/>
                  <a:pt x="590999" y="897210"/>
                </a:cubicBezTo>
                <a:cubicBezTo>
                  <a:pt x="590149" y="843003"/>
                  <a:pt x="555918" y="791195"/>
                  <a:pt x="506039" y="769882"/>
                </a:cubicBezTo>
                <a:close/>
                <a:moveTo>
                  <a:pt x="178660" y="882076"/>
                </a:moveTo>
                <a:lnTo>
                  <a:pt x="178660" y="775229"/>
                </a:lnTo>
                <a:cubicBezTo>
                  <a:pt x="186748" y="773323"/>
                  <a:pt x="194836" y="771643"/>
                  <a:pt x="202924" y="770210"/>
                </a:cubicBezTo>
                <a:lnTo>
                  <a:pt x="266416" y="882076"/>
                </a:lnTo>
                <a:lnTo>
                  <a:pt x="178660" y="882076"/>
                </a:lnTo>
                <a:close/>
                <a:moveTo>
                  <a:pt x="288535" y="868903"/>
                </a:moveTo>
                <a:lnTo>
                  <a:pt x="230293" y="766286"/>
                </a:lnTo>
                <a:cubicBezTo>
                  <a:pt x="268299" y="762127"/>
                  <a:pt x="306329" y="763350"/>
                  <a:pt x="344448" y="770392"/>
                </a:cubicBezTo>
                <a:lnTo>
                  <a:pt x="288535" y="868903"/>
                </a:lnTo>
                <a:close/>
                <a:moveTo>
                  <a:pt x="398411" y="882076"/>
                </a:moveTo>
                <a:lnTo>
                  <a:pt x="310655" y="882076"/>
                </a:lnTo>
                <a:lnTo>
                  <a:pt x="370747" y="776203"/>
                </a:lnTo>
                <a:cubicBezTo>
                  <a:pt x="379962" y="778553"/>
                  <a:pt x="389183" y="781245"/>
                  <a:pt x="398411" y="784286"/>
                </a:cubicBezTo>
                <a:lnTo>
                  <a:pt x="398411" y="882076"/>
                </a:lnTo>
                <a:close/>
                <a:moveTo>
                  <a:pt x="671325" y="74467"/>
                </a:moveTo>
                <a:lnTo>
                  <a:pt x="411975" y="74467"/>
                </a:lnTo>
                <a:lnTo>
                  <a:pt x="411975" y="100211"/>
                </a:lnTo>
                <a:lnTo>
                  <a:pt x="671325" y="100211"/>
                </a:lnTo>
                <a:lnTo>
                  <a:pt x="671325" y="74467"/>
                </a:lnTo>
                <a:close/>
                <a:moveTo>
                  <a:pt x="411975" y="159283"/>
                </a:moveTo>
                <a:lnTo>
                  <a:pt x="671325" y="159283"/>
                </a:lnTo>
                <a:lnTo>
                  <a:pt x="671325" y="133538"/>
                </a:lnTo>
                <a:lnTo>
                  <a:pt x="411975" y="133538"/>
                </a:lnTo>
                <a:lnTo>
                  <a:pt x="411975" y="159283"/>
                </a:lnTo>
                <a:close/>
                <a:moveTo>
                  <a:pt x="671325" y="218354"/>
                </a:moveTo>
                <a:lnTo>
                  <a:pt x="671325" y="192609"/>
                </a:lnTo>
                <a:lnTo>
                  <a:pt x="510248" y="192609"/>
                </a:lnTo>
                <a:lnTo>
                  <a:pt x="510248" y="218354"/>
                </a:lnTo>
                <a:lnTo>
                  <a:pt x="671325" y="21835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C0C36AD5-848C-07C7-347F-D7BEDA24D4EA}"/>
              </a:ext>
            </a:extLst>
          </p:cNvPr>
          <p:cNvSpPr>
            <a:spLocks noChangeAspect="1"/>
          </p:cNvSpPr>
          <p:nvPr/>
        </p:nvSpPr>
        <p:spPr bwMode="gray">
          <a:xfrm>
            <a:off x="9604385" y="1591469"/>
            <a:ext cx="1042375" cy="651754"/>
          </a:xfrm>
          <a:custGeom>
            <a:avLst/>
            <a:gdLst>
              <a:gd name="connsiteX0" fmla="*/ 590635 w 1042375"/>
              <a:gd name="connsiteY0" fmla="*/ 204888 h 651754"/>
              <a:gd name="connsiteX1" fmla="*/ 590635 w 1042375"/>
              <a:gd name="connsiteY1" fmla="*/ 108113 h 651754"/>
              <a:gd name="connsiteX2" fmla="*/ 211818 w 1042375"/>
              <a:gd name="connsiteY2" fmla="*/ 108113 h 651754"/>
              <a:gd name="connsiteX3" fmla="*/ 211818 w 1042375"/>
              <a:gd name="connsiteY3" fmla="*/ 204888 h 651754"/>
              <a:gd name="connsiteX4" fmla="*/ 590635 w 1042375"/>
              <a:gd name="connsiteY4" fmla="*/ 204888 h 651754"/>
              <a:gd name="connsiteX5" fmla="*/ 236082 w 1042375"/>
              <a:gd name="connsiteY5" fmla="*/ 132376 h 651754"/>
              <a:gd name="connsiteX6" fmla="*/ 566371 w 1042375"/>
              <a:gd name="connsiteY6" fmla="*/ 132376 h 651754"/>
              <a:gd name="connsiteX7" fmla="*/ 566371 w 1042375"/>
              <a:gd name="connsiteY7" fmla="*/ 180625 h 651754"/>
              <a:gd name="connsiteX8" fmla="*/ 236082 w 1042375"/>
              <a:gd name="connsiteY8" fmla="*/ 180625 h 651754"/>
              <a:gd name="connsiteX9" fmla="*/ 236082 w 1042375"/>
              <a:gd name="connsiteY9" fmla="*/ 132376 h 651754"/>
              <a:gd name="connsiteX10" fmla="*/ 1025916 w 1042375"/>
              <a:gd name="connsiteY10" fmla="*/ 171053 h 651754"/>
              <a:gd name="connsiteX11" fmla="*/ 676941 w 1042375"/>
              <a:gd name="connsiteY11" fmla="*/ 160727 h 651754"/>
              <a:gd name="connsiteX12" fmla="*/ 678497 w 1042375"/>
              <a:gd name="connsiteY12" fmla="*/ 13359 h 651754"/>
              <a:gd name="connsiteX13" fmla="*/ 655497 w 1042375"/>
              <a:gd name="connsiteY13" fmla="*/ 12817 h 651754"/>
              <a:gd name="connsiteX14" fmla="*/ 139932 w 1042375"/>
              <a:gd name="connsiteY14" fmla="*/ 667 h 651754"/>
              <a:gd name="connsiteX15" fmla="*/ 111642 w 1042375"/>
              <a:gd name="connsiteY15" fmla="*/ 0 h 651754"/>
              <a:gd name="connsiteX16" fmla="*/ 107514 w 1042375"/>
              <a:gd name="connsiteY16" fmla="*/ 143307 h 651754"/>
              <a:gd name="connsiteX17" fmla="*/ 1060 w 1042375"/>
              <a:gd name="connsiteY17" fmla="*/ 141828 h 651754"/>
              <a:gd name="connsiteX18" fmla="*/ 1060 w 1042375"/>
              <a:gd name="connsiteY18" fmla="*/ 174004 h 651754"/>
              <a:gd name="connsiteX19" fmla="*/ 0 w 1042375"/>
              <a:gd name="connsiteY19" fmla="*/ 174004 h 651754"/>
              <a:gd name="connsiteX20" fmla="*/ 0 w 1042375"/>
              <a:gd name="connsiteY20" fmla="*/ 651449 h 651754"/>
              <a:gd name="connsiteX21" fmla="*/ 970626 w 1042375"/>
              <a:gd name="connsiteY21" fmla="*/ 651449 h 651754"/>
              <a:gd name="connsiteX22" fmla="*/ 970626 w 1042375"/>
              <a:gd name="connsiteY22" fmla="*/ 587092 h 651754"/>
              <a:gd name="connsiteX23" fmla="*/ 902886 w 1042375"/>
              <a:gd name="connsiteY23" fmla="*/ 587092 h 651754"/>
              <a:gd name="connsiteX24" fmla="*/ 902886 w 1042375"/>
              <a:gd name="connsiteY24" fmla="*/ 547757 h 651754"/>
              <a:gd name="connsiteX25" fmla="*/ 969278 w 1042375"/>
              <a:gd name="connsiteY25" fmla="*/ 547757 h 651754"/>
              <a:gd name="connsiteX26" fmla="*/ 969278 w 1042375"/>
              <a:gd name="connsiteY26" fmla="*/ 544265 h 651754"/>
              <a:gd name="connsiteX27" fmla="*/ 969301 w 1042375"/>
              <a:gd name="connsiteY27" fmla="*/ 544264 h 651754"/>
              <a:gd name="connsiteX28" fmla="*/ 977144 w 1042375"/>
              <a:gd name="connsiteY28" fmla="*/ 379096 h 651754"/>
              <a:gd name="connsiteX29" fmla="*/ 939339 w 1042375"/>
              <a:gd name="connsiteY29" fmla="*/ 285276 h 651754"/>
              <a:gd name="connsiteX30" fmla="*/ 899525 w 1042375"/>
              <a:gd name="connsiteY30" fmla="*/ 261260 h 651754"/>
              <a:gd name="connsiteX31" fmla="*/ 877142 w 1042375"/>
              <a:gd name="connsiteY31" fmla="*/ 249120 h 651754"/>
              <a:gd name="connsiteX32" fmla="*/ 877142 w 1042375"/>
              <a:gd name="connsiteY32" fmla="*/ 587092 h 651754"/>
              <a:gd name="connsiteX33" fmla="*/ 766094 w 1042375"/>
              <a:gd name="connsiteY33" fmla="*/ 587092 h 651754"/>
              <a:gd name="connsiteX34" fmla="*/ 766094 w 1042375"/>
              <a:gd name="connsiteY34" fmla="*/ 547757 h 651754"/>
              <a:gd name="connsiteX35" fmla="*/ 832486 w 1042375"/>
              <a:gd name="connsiteY35" fmla="*/ 547757 h 651754"/>
              <a:gd name="connsiteX36" fmla="*/ 832486 w 1042375"/>
              <a:gd name="connsiteY36" fmla="*/ 544265 h 651754"/>
              <a:gd name="connsiteX37" fmla="*/ 832507 w 1042375"/>
              <a:gd name="connsiteY37" fmla="*/ 544264 h 651754"/>
              <a:gd name="connsiteX38" fmla="*/ 840352 w 1042375"/>
              <a:gd name="connsiteY38" fmla="*/ 379096 h 651754"/>
              <a:gd name="connsiteX39" fmla="*/ 802546 w 1042375"/>
              <a:gd name="connsiteY39" fmla="*/ 285276 h 651754"/>
              <a:gd name="connsiteX40" fmla="*/ 762732 w 1042375"/>
              <a:gd name="connsiteY40" fmla="*/ 261260 h 651754"/>
              <a:gd name="connsiteX41" fmla="*/ 740349 w 1042375"/>
              <a:gd name="connsiteY41" fmla="*/ 249120 h 651754"/>
              <a:gd name="connsiteX42" fmla="*/ 740349 w 1042375"/>
              <a:gd name="connsiteY42" fmla="*/ 587092 h 651754"/>
              <a:gd name="connsiteX43" fmla="*/ 631908 w 1042375"/>
              <a:gd name="connsiteY43" fmla="*/ 587092 h 651754"/>
              <a:gd name="connsiteX44" fmla="*/ 631908 w 1042375"/>
              <a:gd name="connsiteY44" fmla="*/ 460759 h 651754"/>
              <a:gd name="connsiteX45" fmla="*/ 631921 w 1042375"/>
              <a:gd name="connsiteY45" fmla="*/ 460759 h 651754"/>
              <a:gd name="connsiteX46" fmla="*/ 631921 w 1042375"/>
              <a:gd name="connsiteY46" fmla="*/ 299472 h 651754"/>
              <a:gd name="connsiteX47" fmla="*/ 167960 w 1042375"/>
              <a:gd name="connsiteY47" fmla="*/ 299472 h 651754"/>
              <a:gd name="connsiteX48" fmla="*/ 167960 w 1042375"/>
              <a:gd name="connsiteY48" fmla="*/ 460759 h 651754"/>
              <a:gd name="connsiteX49" fmla="*/ 167973 w 1042375"/>
              <a:gd name="connsiteY49" fmla="*/ 460759 h 651754"/>
              <a:gd name="connsiteX50" fmla="*/ 167973 w 1042375"/>
              <a:gd name="connsiteY50" fmla="*/ 587092 h 651754"/>
              <a:gd name="connsiteX51" fmla="*/ 64357 w 1042375"/>
              <a:gd name="connsiteY51" fmla="*/ 587092 h 651754"/>
              <a:gd name="connsiteX52" fmla="*/ 64357 w 1042375"/>
              <a:gd name="connsiteY52" fmla="*/ 205301 h 651754"/>
              <a:gd name="connsiteX53" fmla="*/ 167091 w 1042375"/>
              <a:gd name="connsiteY53" fmla="*/ 203875 h 651754"/>
              <a:gd name="connsiteX54" fmla="*/ 168035 w 1042375"/>
              <a:gd name="connsiteY54" fmla="*/ 58210 h 651754"/>
              <a:gd name="connsiteX55" fmla="*/ 632404 w 1042375"/>
              <a:gd name="connsiteY55" fmla="*/ 58888 h 651754"/>
              <a:gd name="connsiteX56" fmla="*/ 633916 w 1042375"/>
              <a:gd name="connsiteY56" fmla="*/ 203070 h 651754"/>
              <a:gd name="connsiteX57" fmla="*/ 654863 w 1042375"/>
              <a:gd name="connsiteY57" fmla="*/ 203126 h 651754"/>
              <a:gd name="connsiteX58" fmla="*/ 1009331 w 1042375"/>
              <a:gd name="connsiteY58" fmla="*/ 204057 h 651754"/>
              <a:gd name="connsiteX59" fmla="*/ 1014972 w 1042375"/>
              <a:gd name="connsiteY59" fmla="*/ 651755 h 651754"/>
              <a:gd name="connsiteX60" fmla="*/ 1036327 w 1042375"/>
              <a:gd name="connsiteY60" fmla="*/ 651755 h 651754"/>
              <a:gd name="connsiteX61" fmla="*/ 1042175 w 1042375"/>
              <a:gd name="connsiteY61" fmla="*/ 187576 h 651754"/>
              <a:gd name="connsiteX62" fmla="*/ 1042375 w 1042375"/>
              <a:gd name="connsiteY62" fmla="*/ 171541 h 651754"/>
              <a:gd name="connsiteX63" fmla="*/ 1025916 w 1042375"/>
              <a:gd name="connsiteY63" fmla="*/ 171053 h 651754"/>
              <a:gd name="connsiteX64" fmla="*/ 902886 w 1042375"/>
              <a:gd name="connsiteY64" fmla="*/ 326995 h 651754"/>
              <a:gd name="connsiteX65" fmla="*/ 926170 w 1042375"/>
              <a:gd name="connsiteY65" fmla="*/ 348823 h 651754"/>
              <a:gd name="connsiteX66" fmla="*/ 933619 w 1042375"/>
              <a:gd name="connsiteY66" fmla="*/ 379544 h 651754"/>
              <a:gd name="connsiteX67" fmla="*/ 945977 w 1042375"/>
              <a:gd name="connsiteY67" fmla="*/ 522012 h 651754"/>
              <a:gd name="connsiteX68" fmla="*/ 902886 w 1042375"/>
              <a:gd name="connsiteY68" fmla="*/ 522012 h 651754"/>
              <a:gd name="connsiteX69" fmla="*/ 902886 w 1042375"/>
              <a:gd name="connsiteY69" fmla="*/ 326995 h 651754"/>
              <a:gd name="connsiteX70" fmla="*/ 766094 w 1042375"/>
              <a:gd name="connsiteY70" fmla="*/ 326995 h 651754"/>
              <a:gd name="connsiteX71" fmla="*/ 789377 w 1042375"/>
              <a:gd name="connsiteY71" fmla="*/ 348823 h 651754"/>
              <a:gd name="connsiteX72" fmla="*/ 796826 w 1042375"/>
              <a:gd name="connsiteY72" fmla="*/ 379544 h 651754"/>
              <a:gd name="connsiteX73" fmla="*/ 809184 w 1042375"/>
              <a:gd name="connsiteY73" fmla="*/ 522012 h 651754"/>
              <a:gd name="connsiteX74" fmla="*/ 766094 w 1042375"/>
              <a:gd name="connsiteY74" fmla="*/ 522012 h 651754"/>
              <a:gd name="connsiteX75" fmla="*/ 766094 w 1042375"/>
              <a:gd name="connsiteY75" fmla="*/ 326995 h 651754"/>
              <a:gd name="connsiteX76" fmla="*/ 523191 w 1042375"/>
              <a:gd name="connsiteY76" fmla="*/ 325244 h 651754"/>
              <a:gd name="connsiteX77" fmla="*/ 606150 w 1042375"/>
              <a:gd name="connsiteY77" fmla="*/ 325244 h 651754"/>
              <a:gd name="connsiteX78" fmla="*/ 606150 w 1042375"/>
              <a:gd name="connsiteY78" fmla="*/ 432080 h 651754"/>
              <a:gd name="connsiteX79" fmla="*/ 523191 w 1042375"/>
              <a:gd name="connsiteY79" fmla="*/ 432080 h 651754"/>
              <a:gd name="connsiteX80" fmla="*/ 523191 w 1042375"/>
              <a:gd name="connsiteY80" fmla="*/ 325244 h 651754"/>
              <a:gd name="connsiteX81" fmla="*/ 523191 w 1042375"/>
              <a:gd name="connsiteY81" fmla="*/ 460759 h 651754"/>
              <a:gd name="connsiteX82" fmla="*/ 606163 w 1042375"/>
              <a:gd name="connsiteY82" fmla="*/ 460759 h 651754"/>
              <a:gd name="connsiteX83" fmla="*/ 606163 w 1042375"/>
              <a:gd name="connsiteY83" fmla="*/ 587092 h 651754"/>
              <a:gd name="connsiteX84" fmla="*/ 523191 w 1042375"/>
              <a:gd name="connsiteY84" fmla="*/ 587092 h 651754"/>
              <a:gd name="connsiteX85" fmla="*/ 523191 w 1042375"/>
              <a:gd name="connsiteY85" fmla="*/ 460759 h 651754"/>
              <a:gd name="connsiteX86" fmla="*/ 413248 w 1042375"/>
              <a:gd name="connsiteY86" fmla="*/ 325244 h 651754"/>
              <a:gd name="connsiteX87" fmla="*/ 497447 w 1042375"/>
              <a:gd name="connsiteY87" fmla="*/ 325244 h 651754"/>
              <a:gd name="connsiteX88" fmla="*/ 497447 w 1042375"/>
              <a:gd name="connsiteY88" fmla="*/ 432080 h 651754"/>
              <a:gd name="connsiteX89" fmla="*/ 413248 w 1042375"/>
              <a:gd name="connsiteY89" fmla="*/ 432080 h 651754"/>
              <a:gd name="connsiteX90" fmla="*/ 413248 w 1042375"/>
              <a:gd name="connsiteY90" fmla="*/ 325244 h 651754"/>
              <a:gd name="connsiteX91" fmla="*/ 413248 w 1042375"/>
              <a:gd name="connsiteY91" fmla="*/ 460759 h 651754"/>
              <a:gd name="connsiteX92" fmla="*/ 497447 w 1042375"/>
              <a:gd name="connsiteY92" fmla="*/ 460759 h 651754"/>
              <a:gd name="connsiteX93" fmla="*/ 497447 w 1042375"/>
              <a:gd name="connsiteY93" fmla="*/ 587092 h 651754"/>
              <a:gd name="connsiteX94" fmla="*/ 413248 w 1042375"/>
              <a:gd name="connsiteY94" fmla="*/ 587092 h 651754"/>
              <a:gd name="connsiteX95" fmla="*/ 413248 w 1042375"/>
              <a:gd name="connsiteY95" fmla="*/ 460759 h 651754"/>
              <a:gd name="connsiteX96" fmla="*/ 303299 w 1042375"/>
              <a:gd name="connsiteY96" fmla="*/ 325244 h 651754"/>
              <a:gd name="connsiteX97" fmla="*/ 387503 w 1042375"/>
              <a:gd name="connsiteY97" fmla="*/ 325244 h 651754"/>
              <a:gd name="connsiteX98" fmla="*/ 387503 w 1042375"/>
              <a:gd name="connsiteY98" fmla="*/ 432080 h 651754"/>
              <a:gd name="connsiteX99" fmla="*/ 303299 w 1042375"/>
              <a:gd name="connsiteY99" fmla="*/ 432080 h 651754"/>
              <a:gd name="connsiteX100" fmla="*/ 303299 w 1042375"/>
              <a:gd name="connsiteY100" fmla="*/ 325244 h 651754"/>
              <a:gd name="connsiteX101" fmla="*/ 303299 w 1042375"/>
              <a:gd name="connsiteY101" fmla="*/ 460759 h 651754"/>
              <a:gd name="connsiteX102" fmla="*/ 387503 w 1042375"/>
              <a:gd name="connsiteY102" fmla="*/ 460759 h 651754"/>
              <a:gd name="connsiteX103" fmla="*/ 387503 w 1042375"/>
              <a:gd name="connsiteY103" fmla="*/ 587092 h 651754"/>
              <a:gd name="connsiteX104" fmla="*/ 303299 w 1042375"/>
              <a:gd name="connsiteY104" fmla="*/ 587092 h 651754"/>
              <a:gd name="connsiteX105" fmla="*/ 303299 w 1042375"/>
              <a:gd name="connsiteY105" fmla="*/ 460759 h 651754"/>
              <a:gd name="connsiteX106" fmla="*/ 193732 w 1042375"/>
              <a:gd name="connsiteY106" fmla="*/ 325244 h 651754"/>
              <a:gd name="connsiteX107" fmla="*/ 277554 w 1042375"/>
              <a:gd name="connsiteY107" fmla="*/ 325244 h 651754"/>
              <a:gd name="connsiteX108" fmla="*/ 277554 w 1042375"/>
              <a:gd name="connsiteY108" fmla="*/ 432080 h 651754"/>
              <a:gd name="connsiteX109" fmla="*/ 193732 w 1042375"/>
              <a:gd name="connsiteY109" fmla="*/ 432080 h 651754"/>
              <a:gd name="connsiteX110" fmla="*/ 193732 w 1042375"/>
              <a:gd name="connsiteY110" fmla="*/ 325244 h 651754"/>
              <a:gd name="connsiteX111" fmla="*/ 193718 w 1042375"/>
              <a:gd name="connsiteY111" fmla="*/ 460759 h 651754"/>
              <a:gd name="connsiteX112" fmla="*/ 277554 w 1042375"/>
              <a:gd name="connsiteY112" fmla="*/ 460759 h 651754"/>
              <a:gd name="connsiteX113" fmla="*/ 277554 w 1042375"/>
              <a:gd name="connsiteY113" fmla="*/ 587092 h 651754"/>
              <a:gd name="connsiteX114" fmla="*/ 193718 w 1042375"/>
              <a:gd name="connsiteY114" fmla="*/ 587092 h 651754"/>
              <a:gd name="connsiteX115" fmla="*/ 193718 w 1042375"/>
              <a:gd name="connsiteY115" fmla="*/ 460759 h 651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042375" h="651754">
                <a:moveTo>
                  <a:pt x="590635" y="204888"/>
                </a:moveTo>
                <a:lnTo>
                  <a:pt x="590635" y="108113"/>
                </a:lnTo>
                <a:lnTo>
                  <a:pt x="211818" y="108113"/>
                </a:lnTo>
                <a:lnTo>
                  <a:pt x="211818" y="204888"/>
                </a:lnTo>
                <a:lnTo>
                  <a:pt x="590635" y="204888"/>
                </a:lnTo>
                <a:close/>
                <a:moveTo>
                  <a:pt x="236082" y="132376"/>
                </a:moveTo>
                <a:lnTo>
                  <a:pt x="566371" y="132376"/>
                </a:lnTo>
                <a:lnTo>
                  <a:pt x="566371" y="180625"/>
                </a:lnTo>
                <a:lnTo>
                  <a:pt x="236082" y="180625"/>
                </a:lnTo>
                <a:lnTo>
                  <a:pt x="236082" y="132376"/>
                </a:lnTo>
                <a:close/>
                <a:moveTo>
                  <a:pt x="1025916" y="171053"/>
                </a:moveTo>
                <a:lnTo>
                  <a:pt x="676941" y="160727"/>
                </a:lnTo>
                <a:cubicBezTo>
                  <a:pt x="677406" y="116615"/>
                  <a:pt x="678452" y="20688"/>
                  <a:pt x="678497" y="13359"/>
                </a:cubicBezTo>
                <a:lnTo>
                  <a:pt x="655497" y="12817"/>
                </a:lnTo>
                <a:lnTo>
                  <a:pt x="139932" y="667"/>
                </a:lnTo>
                <a:lnTo>
                  <a:pt x="111642" y="0"/>
                </a:lnTo>
                <a:cubicBezTo>
                  <a:pt x="111394" y="13222"/>
                  <a:pt x="108849" y="96111"/>
                  <a:pt x="107514" y="143307"/>
                </a:cubicBezTo>
                <a:lnTo>
                  <a:pt x="1060" y="141828"/>
                </a:lnTo>
                <a:lnTo>
                  <a:pt x="1060" y="174004"/>
                </a:lnTo>
                <a:lnTo>
                  <a:pt x="0" y="174004"/>
                </a:lnTo>
                <a:lnTo>
                  <a:pt x="0" y="651449"/>
                </a:lnTo>
                <a:lnTo>
                  <a:pt x="970626" y="651449"/>
                </a:lnTo>
                <a:lnTo>
                  <a:pt x="970626" y="587092"/>
                </a:lnTo>
                <a:lnTo>
                  <a:pt x="902886" y="587092"/>
                </a:lnTo>
                <a:lnTo>
                  <a:pt x="902886" y="547757"/>
                </a:lnTo>
                <a:lnTo>
                  <a:pt x="969278" y="547757"/>
                </a:lnTo>
                <a:lnTo>
                  <a:pt x="969278" y="544265"/>
                </a:lnTo>
                <a:lnTo>
                  <a:pt x="969301" y="544264"/>
                </a:lnTo>
                <a:lnTo>
                  <a:pt x="977144" y="379096"/>
                </a:lnTo>
                <a:cubicBezTo>
                  <a:pt x="981108" y="343384"/>
                  <a:pt x="967434" y="307976"/>
                  <a:pt x="939339" y="285276"/>
                </a:cubicBezTo>
                <a:cubicBezTo>
                  <a:pt x="928227" y="275575"/>
                  <a:pt x="911892" y="268340"/>
                  <a:pt x="899525" y="261260"/>
                </a:cubicBezTo>
                <a:lnTo>
                  <a:pt x="877142" y="249120"/>
                </a:lnTo>
                <a:lnTo>
                  <a:pt x="877142" y="587092"/>
                </a:lnTo>
                <a:lnTo>
                  <a:pt x="766094" y="587092"/>
                </a:lnTo>
                <a:lnTo>
                  <a:pt x="766094" y="547757"/>
                </a:lnTo>
                <a:lnTo>
                  <a:pt x="832486" y="547757"/>
                </a:lnTo>
                <a:lnTo>
                  <a:pt x="832486" y="544265"/>
                </a:lnTo>
                <a:lnTo>
                  <a:pt x="832507" y="544264"/>
                </a:lnTo>
                <a:lnTo>
                  <a:pt x="840352" y="379096"/>
                </a:lnTo>
                <a:cubicBezTo>
                  <a:pt x="844316" y="343384"/>
                  <a:pt x="830645" y="307975"/>
                  <a:pt x="802546" y="285276"/>
                </a:cubicBezTo>
                <a:cubicBezTo>
                  <a:pt x="791434" y="275575"/>
                  <a:pt x="775099" y="268340"/>
                  <a:pt x="762732" y="261260"/>
                </a:cubicBezTo>
                <a:lnTo>
                  <a:pt x="740349" y="249120"/>
                </a:lnTo>
                <a:lnTo>
                  <a:pt x="740349" y="587092"/>
                </a:lnTo>
                <a:lnTo>
                  <a:pt x="631908" y="587092"/>
                </a:lnTo>
                <a:lnTo>
                  <a:pt x="631908" y="460759"/>
                </a:lnTo>
                <a:lnTo>
                  <a:pt x="631921" y="460759"/>
                </a:lnTo>
                <a:lnTo>
                  <a:pt x="631921" y="299472"/>
                </a:lnTo>
                <a:lnTo>
                  <a:pt x="167960" y="299472"/>
                </a:lnTo>
                <a:lnTo>
                  <a:pt x="167960" y="460759"/>
                </a:lnTo>
                <a:lnTo>
                  <a:pt x="167973" y="460759"/>
                </a:lnTo>
                <a:lnTo>
                  <a:pt x="167973" y="587092"/>
                </a:lnTo>
                <a:lnTo>
                  <a:pt x="64357" y="587092"/>
                </a:lnTo>
                <a:lnTo>
                  <a:pt x="64357" y="205301"/>
                </a:lnTo>
                <a:cubicBezTo>
                  <a:pt x="106246" y="204727"/>
                  <a:pt x="154507" y="204067"/>
                  <a:pt x="167091" y="203875"/>
                </a:cubicBezTo>
                <a:cubicBezTo>
                  <a:pt x="167339" y="189864"/>
                  <a:pt x="167694" y="105119"/>
                  <a:pt x="168035" y="58210"/>
                </a:cubicBezTo>
                <a:lnTo>
                  <a:pt x="632404" y="58888"/>
                </a:lnTo>
                <a:cubicBezTo>
                  <a:pt x="632875" y="103772"/>
                  <a:pt x="633819" y="196742"/>
                  <a:pt x="633916" y="203070"/>
                </a:cubicBezTo>
                <a:lnTo>
                  <a:pt x="654863" y="203126"/>
                </a:lnTo>
                <a:lnTo>
                  <a:pt x="1009331" y="204057"/>
                </a:lnTo>
                <a:cubicBezTo>
                  <a:pt x="1009717" y="234718"/>
                  <a:pt x="1014972" y="651755"/>
                  <a:pt x="1014972" y="651755"/>
                </a:cubicBezTo>
                <a:lnTo>
                  <a:pt x="1036327" y="651755"/>
                </a:lnTo>
                <a:lnTo>
                  <a:pt x="1042175" y="187576"/>
                </a:lnTo>
                <a:lnTo>
                  <a:pt x="1042375" y="171541"/>
                </a:lnTo>
                <a:lnTo>
                  <a:pt x="1025916" y="171053"/>
                </a:lnTo>
                <a:close/>
                <a:moveTo>
                  <a:pt x="902886" y="326995"/>
                </a:moveTo>
                <a:cubicBezTo>
                  <a:pt x="912499" y="332048"/>
                  <a:pt x="921035" y="339373"/>
                  <a:pt x="926170" y="348823"/>
                </a:cubicBezTo>
                <a:cubicBezTo>
                  <a:pt x="931495" y="357485"/>
                  <a:pt x="933047" y="369370"/>
                  <a:pt x="933619" y="379544"/>
                </a:cubicBezTo>
                <a:lnTo>
                  <a:pt x="945977" y="522012"/>
                </a:lnTo>
                <a:lnTo>
                  <a:pt x="902886" y="522012"/>
                </a:lnTo>
                <a:lnTo>
                  <a:pt x="902886" y="326995"/>
                </a:lnTo>
                <a:close/>
                <a:moveTo>
                  <a:pt x="766094" y="326995"/>
                </a:moveTo>
                <a:cubicBezTo>
                  <a:pt x="775706" y="332048"/>
                  <a:pt x="784242" y="339373"/>
                  <a:pt x="789377" y="348823"/>
                </a:cubicBezTo>
                <a:cubicBezTo>
                  <a:pt x="794702" y="357485"/>
                  <a:pt x="796255" y="369370"/>
                  <a:pt x="796826" y="379544"/>
                </a:cubicBezTo>
                <a:lnTo>
                  <a:pt x="809184" y="522012"/>
                </a:lnTo>
                <a:lnTo>
                  <a:pt x="766094" y="522012"/>
                </a:lnTo>
                <a:lnTo>
                  <a:pt x="766094" y="326995"/>
                </a:lnTo>
                <a:close/>
                <a:moveTo>
                  <a:pt x="523191" y="325244"/>
                </a:moveTo>
                <a:lnTo>
                  <a:pt x="606150" y="325244"/>
                </a:lnTo>
                <a:lnTo>
                  <a:pt x="606150" y="432080"/>
                </a:lnTo>
                <a:lnTo>
                  <a:pt x="523191" y="432080"/>
                </a:lnTo>
                <a:lnTo>
                  <a:pt x="523191" y="325244"/>
                </a:lnTo>
                <a:close/>
                <a:moveTo>
                  <a:pt x="523191" y="460759"/>
                </a:moveTo>
                <a:lnTo>
                  <a:pt x="606163" y="460759"/>
                </a:lnTo>
                <a:lnTo>
                  <a:pt x="606163" y="587092"/>
                </a:lnTo>
                <a:lnTo>
                  <a:pt x="523191" y="587092"/>
                </a:lnTo>
                <a:lnTo>
                  <a:pt x="523191" y="460759"/>
                </a:lnTo>
                <a:close/>
                <a:moveTo>
                  <a:pt x="413248" y="325244"/>
                </a:moveTo>
                <a:lnTo>
                  <a:pt x="497447" y="325244"/>
                </a:lnTo>
                <a:lnTo>
                  <a:pt x="497447" y="432080"/>
                </a:lnTo>
                <a:lnTo>
                  <a:pt x="413248" y="432080"/>
                </a:lnTo>
                <a:lnTo>
                  <a:pt x="413248" y="325244"/>
                </a:lnTo>
                <a:close/>
                <a:moveTo>
                  <a:pt x="413248" y="460759"/>
                </a:moveTo>
                <a:lnTo>
                  <a:pt x="497447" y="460759"/>
                </a:lnTo>
                <a:lnTo>
                  <a:pt x="497447" y="587092"/>
                </a:lnTo>
                <a:lnTo>
                  <a:pt x="413248" y="587092"/>
                </a:lnTo>
                <a:lnTo>
                  <a:pt x="413248" y="460759"/>
                </a:lnTo>
                <a:close/>
                <a:moveTo>
                  <a:pt x="303299" y="325244"/>
                </a:moveTo>
                <a:lnTo>
                  <a:pt x="387503" y="325244"/>
                </a:lnTo>
                <a:lnTo>
                  <a:pt x="387503" y="432080"/>
                </a:lnTo>
                <a:lnTo>
                  <a:pt x="303299" y="432080"/>
                </a:lnTo>
                <a:lnTo>
                  <a:pt x="303299" y="325244"/>
                </a:lnTo>
                <a:close/>
                <a:moveTo>
                  <a:pt x="303299" y="460759"/>
                </a:moveTo>
                <a:lnTo>
                  <a:pt x="387503" y="460759"/>
                </a:lnTo>
                <a:lnTo>
                  <a:pt x="387503" y="587092"/>
                </a:lnTo>
                <a:lnTo>
                  <a:pt x="303299" y="587092"/>
                </a:lnTo>
                <a:lnTo>
                  <a:pt x="303299" y="460759"/>
                </a:lnTo>
                <a:close/>
                <a:moveTo>
                  <a:pt x="193732" y="325244"/>
                </a:moveTo>
                <a:lnTo>
                  <a:pt x="277554" y="325244"/>
                </a:lnTo>
                <a:lnTo>
                  <a:pt x="277554" y="432080"/>
                </a:lnTo>
                <a:lnTo>
                  <a:pt x="193732" y="432080"/>
                </a:lnTo>
                <a:lnTo>
                  <a:pt x="193732" y="325244"/>
                </a:lnTo>
                <a:close/>
                <a:moveTo>
                  <a:pt x="193718" y="460759"/>
                </a:moveTo>
                <a:lnTo>
                  <a:pt x="277554" y="460759"/>
                </a:lnTo>
                <a:lnTo>
                  <a:pt x="277554" y="587092"/>
                </a:lnTo>
                <a:lnTo>
                  <a:pt x="193718" y="587092"/>
                </a:lnTo>
                <a:lnTo>
                  <a:pt x="193718" y="46075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04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B6CD6C2-044C-DAE6-B584-25FEEBAF2C8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9A924A8-C480-2E21-115B-49528E98C8A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48000" y="2562332"/>
            <a:ext cx="10897200" cy="2741988"/>
          </a:xfrm>
        </p:spPr>
        <p:txBody>
          <a:bodyPr/>
          <a:lstStyle/>
          <a:p>
            <a:r>
              <a:rPr lang="fr-FR" dirty="0"/>
              <a:t>Réduire / Augmenter le niveau de liste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Pour augmenter le niveau de liste :</a:t>
            </a:r>
          </a:p>
          <a:p>
            <a:pPr lvl="3"/>
            <a:r>
              <a:rPr lang="fr-FR" dirty="0"/>
              <a:t>(Ex. : pour passer du texte de niveau 1 au texte de niveau 2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de niveau 1 sur la page de texte</a:t>
            </a:r>
          </a:p>
          <a:p>
            <a:pPr lvl="3"/>
            <a:r>
              <a:rPr lang="fr-FR" dirty="0"/>
              <a:t>Menu Accueil / Augmenter le niveau de liste </a:t>
            </a:r>
            <a:r>
              <a:rPr lang="fr-FR" b="1" dirty="0">
                <a:solidFill>
                  <a:schemeClr val="accent1"/>
                </a:solidFill>
              </a:rPr>
              <a:t>(2)</a:t>
            </a:r>
          </a:p>
          <a:p>
            <a:pPr lvl="3"/>
            <a:r>
              <a:rPr lang="fr-FR" dirty="0"/>
              <a:t>Cette opération permet de passer au niveau de texte suivant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Pour réduire le niveau de liste :</a:t>
            </a:r>
          </a:p>
          <a:p>
            <a:pPr lvl="3"/>
            <a:r>
              <a:rPr lang="fr-FR" dirty="0"/>
              <a:t>(Ex. : pour passer du texte niveau 2 au texte niveau 1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niveau 2 sur la page de texte</a:t>
            </a:r>
          </a:p>
          <a:p>
            <a:pPr lvl="3"/>
            <a:r>
              <a:rPr lang="fr-FR" dirty="0"/>
              <a:t>Menu Accueil / Réduire le niveau de liste </a:t>
            </a:r>
            <a:r>
              <a:rPr lang="fr-FR" b="1" dirty="0">
                <a:solidFill>
                  <a:schemeClr val="accent1"/>
                </a:solidFill>
              </a:rPr>
              <a:t>(1)</a:t>
            </a:r>
          </a:p>
          <a:p>
            <a:pPr lvl="3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DCF44E-F057-F1EF-7D7E-FC8BF94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05F494-FD36-49D7-B75B-C5E087E84432}" type="datetime1">
              <a:rPr lang="fr-FR" smtClean="0"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FBF409-3299-4EED-B414-4A5CB3D3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F6F5E-F267-84D8-A050-4E467F22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16</a:t>
            </a:fld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A172A74-2C09-E6FD-1A04-33D9C369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6800" y="5466743"/>
            <a:ext cx="5256076" cy="6125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DE9FDB-F691-7B3E-1056-A5AF1ADA07AA}"/>
              </a:ext>
            </a:extLst>
          </p:cNvPr>
          <p:cNvSpPr/>
          <p:nvPr/>
        </p:nvSpPr>
        <p:spPr bwMode="gray">
          <a:xfrm>
            <a:off x="6298967" y="5574787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2D851-4930-78F8-EFB0-EF48A067EA51}"/>
              </a:ext>
            </a:extLst>
          </p:cNvPr>
          <p:cNvSpPr/>
          <p:nvPr/>
        </p:nvSpPr>
        <p:spPr bwMode="gray">
          <a:xfrm>
            <a:off x="4282683" y="5628787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7B3F786-0E3C-2AF4-DF8A-94CFBB5B996D}"/>
              </a:ext>
            </a:extLst>
          </p:cNvPr>
          <p:cNvCxnSpPr>
            <a:stCxn id="10" idx="1"/>
            <a:endCxn id="11" idx="3"/>
          </p:cNvCxnSpPr>
          <p:nvPr/>
        </p:nvCxnSpPr>
        <p:spPr bwMode="gray">
          <a:xfrm flipH="1">
            <a:off x="4570683" y="5718787"/>
            <a:ext cx="17282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3999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6CEA1-DDF1-235E-16F3-2870BE9150E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06D766-AB6F-8BB7-7504-52F04AF5C0D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57811-51E2-3440-36A9-8364F5B0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54A9EA6-92A7-4F9D-8CA6-03D0B15BF2B7}" type="datetime1">
              <a:rPr lang="fr-FR" smtClean="0"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506905-E188-AD63-F000-69CB3C4A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91E4FB-4B12-06E8-DBDB-CB152392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04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FEF25-DB63-167A-9983-93C4309F4C8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92CB06-A257-C27C-47F6-F00595C2B4AC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Copier / coller les textes 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À partir d’une ancienne présentation</a:t>
            </a:r>
          </a:p>
          <a:p>
            <a:pPr lvl="3"/>
            <a:r>
              <a:rPr lang="fr-FR" dirty="0"/>
              <a:t>Sélectionner et copier les textes de votre ancienne présentation</a:t>
            </a:r>
          </a:p>
          <a:p>
            <a:pPr lvl="3"/>
            <a:r>
              <a:rPr lang="fr-FR" dirty="0"/>
              <a:t>Sélectionner la zone texte de la nouvelle présentation</a:t>
            </a:r>
          </a:p>
          <a:p>
            <a:pPr lvl="3"/>
            <a:r>
              <a:rPr lang="fr-FR" dirty="0"/>
              <a:t>Cliquer sur «Accueil / Coller (sélectionner la petite flèche sous l’icône Coller) / Collage spécial »</a:t>
            </a:r>
          </a:p>
          <a:p>
            <a:pPr lvl="3"/>
            <a:r>
              <a:rPr lang="fr-FR" dirty="0"/>
              <a:t>Cocher « Coller », « Texte sans mise en forme »  et « OK »</a:t>
            </a:r>
          </a:p>
          <a:p>
            <a:pPr lvl="3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7645AF-5757-617D-6247-3328D04E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E860F1E-E8F1-49B4-985B-F771C33B6DD8}" type="datetime1">
              <a:rPr lang="fr-FR" smtClean="0"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047D2-168D-912F-CB98-55CA1DD2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83A1E-BF8A-6BAD-1D29-BB30BBC5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4874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FC49C-3F99-351C-0788-B07F7C800DE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3BC019-0AF7-DB8C-808D-046E87C6D2C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Le titre « NOM DE Présentation 2025 »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Personnaliser le petit titre en en-tête</a:t>
            </a:r>
          </a:p>
          <a:p>
            <a:pPr lvl="3"/>
            <a:r>
              <a:rPr lang="fr-FR" dirty="0"/>
              <a:t>Dans le menu « Insertion / En-tête et pied de page » </a:t>
            </a:r>
          </a:p>
          <a:p>
            <a:pPr lvl="3"/>
            <a:r>
              <a:rPr lang="fr-FR" dirty="0"/>
              <a:t>Modifier le titre de la présentation dans l’encart du pied de page</a:t>
            </a:r>
          </a:p>
          <a:p>
            <a:pPr lvl="3"/>
            <a:r>
              <a:rPr lang="fr-FR" dirty="0"/>
              <a:t>Cliquer sur l’onglet « Appliquer partout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B6F2E3-54B6-93FC-CD8B-57AA04CC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8E32882-47EE-4654-9725-AD63E3B87B01}" type="datetime1">
              <a:rPr lang="fr-FR" smtClean="0"/>
              <a:t>21/11/2024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E88FC3-E954-00E3-DE16-89CDA97D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88FAD8-7406-69E2-0438-CC909051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782666"/>
      </p:ext>
    </p:extLst>
  </p:cSld>
  <p:clrMapOvr>
    <a:masterClrMapping/>
  </p:clrMapOvr>
</p:sld>
</file>

<file path=ppt/theme/theme1.xml><?xml version="1.0" encoding="utf-8"?>
<a:theme xmlns:a="http://schemas.openxmlformats.org/drawingml/2006/main" name="Groupement Mousquetaires">
  <a:themeElements>
    <a:clrScheme name="Les mousquetaires PPT">
      <a:dk1>
        <a:srgbClr val="000000"/>
      </a:dk1>
      <a:lt1>
        <a:srgbClr val="FFFFFF"/>
      </a:lt1>
      <a:dk2>
        <a:srgbClr val="FF2822"/>
      </a:dk2>
      <a:lt2>
        <a:srgbClr val="82072A"/>
      </a:lt2>
      <a:accent1>
        <a:srgbClr val="511227"/>
      </a:accent1>
      <a:accent2>
        <a:srgbClr val="82072A"/>
      </a:accent2>
      <a:accent3>
        <a:srgbClr val="FF2822"/>
      </a:accent3>
      <a:accent4>
        <a:srgbClr val="C8B39F"/>
      </a:accent4>
      <a:accent5>
        <a:srgbClr val="F2EBE2"/>
      </a:accent5>
      <a:accent6>
        <a:srgbClr val="7F7F7F"/>
      </a:accent6>
      <a:hlink>
        <a:srgbClr val="000000"/>
      </a:hlink>
      <a:folHlink>
        <a:srgbClr val="000000"/>
      </a:folHlink>
    </a:clrScheme>
    <a:fontScheme name="Skeena - Aptos">
      <a:majorFont>
        <a:latin typeface="Skeena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ouge 1">
      <a:srgbClr val="511227"/>
    </a:custClr>
    <a:custClr name="Rouge 2">
      <a:srgbClr val="82072A"/>
    </a:custClr>
    <a:custClr name="Rouge 3">
      <a:srgbClr val="FF2822"/>
    </a:custClr>
    <a:custClr name="Fond 1">
      <a:srgbClr val="C8B39F"/>
    </a:custClr>
    <a:custClr name="Fond 2">
      <a:srgbClr val="F2ECE2"/>
    </a:custClr>
  </a:custClrLst>
  <a:extLst>
    <a:ext uri="{05A4C25C-085E-4340-85A3-A5531E510DB2}">
      <thm15:themeFamily xmlns:thm15="http://schemas.microsoft.com/office/thememl/2012/main" name="groupement_mousquetaires.pptx" id="{4A483042-5874-4E01-9B05-BF7F4EBC871E}" vid="{322528BE-5EBE-4006-9893-3ED3C77027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9E1FF5DEA7084DB8D1B5C4B263DEB0" ma:contentTypeVersion="4" ma:contentTypeDescription="Crée un document." ma:contentTypeScope="" ma:versionID="9b5b543268549fda1a9de745249ad125">
  <xsd:schema xmlns:xsd="http://www.w3.org/2001/XMLSchema" xmlns:xs="http://www.w3.org/2001/XMLSchema" xmlns:p="http://schemas.microsoft.com/office/2006/metadata/properties" xmlns:ns2="011c0014-8f3f-4849-b77b-bf9c761f1546" targetNamespace="http://schemas.microsoft.com/office/2006/metadata/properties" ma:root="true" ma:fieldsID="bbc661087c85e2f017c0caad9732fb43" ns2:_="">
    <xsd:import namespace="011c0014-8f3f-4849-b77b-bf9c761f15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c0014-8f3f-4849-b77b-bf9c761f15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E0F8A9-D72C-4FB4-B834-98E3B5DA00FE}"/>
</file>

<file path=customXml/itemProps2.xml><?xml version="1.0" encoding="utf-8"?>
<ds:datastoreItem xmlns:ds="http://schemas.openxmlformats.org/officeDocument/2006/customXml" ds:itemID="{7ECE3333-5CC6-4439-AD7E-77CE0B2DB4B3}"/>
</file>

<file path=customXml/itemProps3.xml><?xml version="1.0" encoding="utf-8"?>
<ds:datastoreItem xmlns:ds="http://schemas.openxmlformats.org/officeDocument/2006/customXml" ds:itemID="{49F075BA-BED7-4732-B30C-27427926AE7F}"/>
</file>

<file path=docProps/app.xml><?xml version="1.0" encoding="utf-8"?>
<Properties xmlns="http://schemas.openxmlformats.org/officeDocument/2006/extended-properties" xmlns:vt="http://schemas.openxmlformats.org/officeDocument/2006/docPropsVTypes">
  <Template>groupement_mousquetaires</Template>
  <TotalTime>2</TotalTime>
  <Words>1216</Words>
  <Application>Microsoft Office PowerPoint</Application>
  <PresentationFormat>Grand écran</PresentationFormat>
  <Paragraphs>191</Paragraphs>
  <Slides>19</Slides>
  <Notes>4</Notes>
  <HiddenSlides>4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Aptos</vt:lpstr>
      <vt:lpstr>Aptos Black</vt:lpstr>
      <vt:lpstr>Aptos ExtraBold</vt:lpstr>
      <vt:lpstr>Aptos SemiBold</vt:lpstr>
      <vt:lpstr>Arial</vt:lpstr>
      <vt:lpstr>Calibri</vt:lpstr>
      <vt:lpstr>Skeena</vt:lpstr>
      <vt:lpstr>Groupement Mousquetaires</vt:lpstr>
      <vt:lpstr>TITRE PRESENTATION</vt:lpstr>
      <vt:lpstr>Présentation PowerPoint</vt:lpstr>
      <vt:lpstr>Lorem ipsum dolor sit amet consec  etur adipiscing elit oin tellus dolor,  tristique sed pretium eu onsectetur  eget justo disse sapien. Viaje este  dolores magma nummin.</vt:lpstr>
      <vt:lpstr>2</vt:lpstr>
      <vt:lpstr>Agenda</vt:lpstr>
      <vt:lpstr>Titre secondaire  sur deux lignes</vt:lpstr>
      <vt:lpstr>Titre secondaire</vt:lpstr>
      <vt:lpstr>Présentation PowerPoint</vt:lpstr>
      <vt:lpstr>Titre  impactant</vt:lpstr>
      <vt:lpstr>Grand</vt:lpstr>
      <vt:lpstr>Présentation PowerPoint</vt:lpstr>
      <vt:lpstr>Lorem ipsum dolor sit amet, cons ect etur dolor, tristique sed consectetur</vt:lpstr>
      <vt:lpstr>Titre impactant</vt:lpstr>
      <vt:lpstr>Présentation PowerPoint</vt:lpstr>
      <vt:lpstr>Présentation PowerPoint</vt:lpstr>
      <vt:lpstr>Méthodologie</vt:lpstr>
      <vt:lpstr>Titre</vt:lpstr>
      <vt:lpstr>Méthodologie</vt:lpstr>
      <vt:lpstr>Méthodologie</vt:lpstr>
    </vt:vector>
  </TitlesOfParts>
  <Manager>Groupement Mousquetaires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Groupement Mousquetaires</dc:subject>
  <dc:creator>Anne-Sophie BOUVET</dc:creator>
  <cp:lastModifiedBy>Anne-Sophie BOUVET</cp:lastModifiedBy>
  <cp:revision>3</cp:revision>
  <dcterms:created xsi:type="dcterms:W3CDTF">2024-11-21T16:39:46Z</dcterms:created>
  <dcterms:modified xsi:type="dcterms:W3CDTF">2024-11-21T16:41:47Z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0x010100C49E1FF5DEA7084DB8D1B5C4B263DEB0</vt:lpwstr>
  </property>
</Properties>
</file>