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145703952" r:id="rId2"/>
    <p:sldId id="2145703953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1227"/>
    <a:srgbClr val="F2EBE2"/>
    <a:srgbClr val="FDE3EA"/>
    <a:srgbClr val="FCD0DD"/>
    <a:srgbClr val="E6DAC9"/>
    <a:srgbClr val="F8F4EF"/>
    <a:srgbClr val="82072A"/>
    <a:srgbClr val="C8B39F"/>
    <a:srgbClr val="C8BBB8"/>
    <a:srgbClr val="866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C50865-3751-4531-8C37-60CC028C1A20}" v="49" dt="2024-07-15T10:06:48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4911" autoAdjust="0"/>
  </p:normalViewPr>
  <p:slideViewPr>
    <p:cSldViewPr snapToGrid="0">
      <p:cViewPr>
        <p:scale>
          <a:sx n="66" d="100"/>
          <a:sy n="66" d="100"/>
        </p:scale>
        <p:origin x="1277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ldine TEULERE" userId="c6c56a49-8881-4953-b348-a18c5dbb4be9" providerId="ADAL" clId="{66C50865-3751-4531-8C37-60CC028C1A20}"/>
    <pc:docChg chg="undo redo custSel addSld delSld modSld sldOrd delMainMaster">
      <pc:chgData name="Geraldine TEULERE" userId="c6c56a49-8881-4953-b348-a18c5dbb4be9" providerId="ADAL" clId="{66C50865-3751-4531-8C37-60CC028C1A20}" dt="2024-07-15T10:10:17.951" v="1578"/>
      <pc:docMkLst>
        <pc:docMk/>
      </pc:docMkLst>
      <pc:sldChg chg="modSp del mod">
        <pc:chgData name="Geraldine TEULERE" userId="c6c56a49-8881-4953-b348-a18c5dbb4be9" providerId="ADAL" clId="{66C50865-3751-4531-8C37-60CC028C1A20}" dt="2024-07-15T09:32:40.031" v="1087" actId="2696"/>
        <pc:sldMkLst>
          <pc:docMk/>
          <pc:sldMk cId="308733918" sldId="257"/>
        </pc:sldMkLst>
        <pc:spChg chg="mod">
          <ac:chgData name="Geraldine TEULERE" userId="c6c56a49-8881-4953-b348-a18c5dbb4be9" providerId="ADAL" clId="{66C50865-3751-4531-8C37-60CC028C1A20}" dt="2024-07-09T12:34:11.103" v="708" actId="207"/>
          <ac:spMkLst>
            <pc:docMk/>
            <pc:sldMk cId="308733918" sldId="257"/>
            <ac:spMk id="5" creationId="{911BD0BD-2BEC-4105-822F-E40DCB569E79}"/>
          </ac:spMkLst>
        </pc:spChg>
        <pc:spChg chg="mod">
          <ac:chgData name="Geraldine TEULERE" userId="c6c56a49-8881-4953-b348-a18c5dbb4be9" providerId="ADAL" clId="{66C50865-3751-4531-8C37-60CC028C1A20}" dt="2024-07-09T12:34:49.588" v="710" actId="207"/>
          <ac:spMkLst>
            <pc:docMk/>
            <pc:sldMk cId="308733918" sldId="257"/>
            <ac:spMk id="26" creationId="{7713EC08-A78C-4041-B4F5-5ADB6D9F36AA}"/>
          </ac:spMkLst>
        </pc:spChg>
        <pc:spChg chg="mod">
          <ac:chgData name="Geraldine TEULERE" userId="c6c56a49-8881-4953-b348-a18c5dbb4be9" providerId="ADAL" clId="{66C50865-3751-4531-8C37-60CC028C1A20}" dt="2024-07-09T12:35:57.339" v="716" actId="207"/>
          <ac:spMkLst>
            <pc:docMk/>
            <pc:sldMk cId="308733918" sldId="257"/>
            <ac:spMk id="32" creationId="{27F98818-B2AD-458A-9C73-230F428AC245}"/>
          </ac:spMkLst>
        </pc:spChg>
      </pc:sldChg>
      <pc:sldChg chg="addSp delSp modSp del mod setBg">
        <pc:chgData name="Geraldine TEULERE" userId="c6c56a49-8881-4953-b348-a18c5dbb4be9" providerId="ADAL" clId="{66C50865-3751-4531-8C37-60CC028C1A20}" dt="2024-07-09T13:04:48.900" v="1027" actId="2696"/>
        <pc:sldMkLst>
          <pc:docMk/>
          <pc:sldMk cId="2883595231" sldId="2145703942"/>
        </pc:sldMkLst>
        <pc:spChg chg="add mod ord">
          <ac:chgData name="Geraldine TEULERE" userId="c6c56a49-8881-4953-b348-a18c5dbb4be9" providerId="ADAL" clId="{66C50865-3751-4531-8C37-60CC028C1A20}" dt="2024-07-09T12:53:43.229" v="845" actId="14100"/>
          <ac:spMkLst>
            <pc:docMk/>
            <pc:sldMk cId="2883595231" sldId="2145703942"/>
            <ac:spMk id="2" creationId="{F82A5377-E4A6-8038-FBC2-87DBCB68DE9D}"/>
          </ac:spMkLst>
        </pc:spChg>
        <pc:spChg chg="add mod">
          <ac:chgData name="Geraldine TEULERE" userId="c6c56a49-8881-4953-b348-a18c5dbb4be9" providerId="ADAL" clId="{66C50865-3751-4531-8C37-60CC028C1A20}" dt="2024-07-09T12:53:43.229" v="845" actId="14100"/>
          <ac:spMkLst>
            <pc:docMk/>
            <pc:sldMk cId="2883595231" sldId="2145703942"/>
            <ac:spMk id="4" creationId="{6531E51F-3CED-CF86-8CE6-69A929C84DFE}"/>
          </ac:spMkLst>
        </pc:spChg>
        <pc:spChg chg="add mod">
          <ac:chgData name="Geraldine TEULERE" userId="c6c56a49-8881-4953-b348-a18c5dbb4be9" providerId="ADAL" clId="{66C50865-3751-4531-8C37-60CC028C1A20}" dt="2024-07-09T12:41:57.974" v="773" actId="1076"/>
          <ac:spMkLst>
            <pc:docMk/>
            <pc:sldMk cId="2883595231" sldId="2145703942"/>
            <ac:spMk id="5" creationId="{1978CD18-B7C3-4753-06EB-83A29D2863BA}"/>
          </ac:spMkLst>
        </pc:spChg>
        <pc:spChg chg="mod">
          <ac:chgData name="Geraldine TEULERE" userId="c6c56a49-8881-4953-b348-a18c5dbb4be9" providerId="ADAL" clId="{66C50865-3751-4531-8C37-60CC028C1A20}" dt="2024-07-09T12:44:50.558" v="794" actId="14100"/>
          <ac:spMkLst>
            <pc:docMk/>
            <pc:sldMk cId="2883595231" sldId="2145703942"/>
            <ac:spMk id="6" creationId="{766414F9-DD41-2BE3-3A6E-2AFB48BA73B7}"/>
          </ac:spMkLst>
        </pc:spChg>
        <pc:spChg chg="add del mod">
          <ac:chgData name="Geraldine TEULERE" userId="c6c56a49-8881-4953-b348-a18c5dbb4be9" providerId="ADAL" clId="{66C50865-3751-4531-8C37-60CC028C1A20}" dt="2024-07-09T12:37:35.010" v="726" actId="478"/>
          <ac:spMkLst>
            <pc:docMk/>
            <pc:sldMk cId="2883595231" sldId="2145703942"/>
            <ac:spMk id="7" creationId="{2C5212C7-638B-A248-55F8-5AD06201D1D8}"/>
          </ac:spMkLst>
        </pc:spChg>
        <pc:spChg chg="del mod">
          <ac:chgData name="Geraldine TEULERE" userId="c6c56a49-8881-4953-b348-a18c5dbb4be9" providerId="ADAL" clId="{66C50865-3751-4531-8C37-60CC028C1A20}" dt="2024-07-08T17:00:47.181" v="316" actId="478"/>
          <ac:spMkLst>
            <pc:docMk/>
            <pc:sldMk cId="2883595231" sldId="2145703942"/>
            <ac:spMk id="7" creationId="{CD2F933C-CB1B-406F-9E3C-0B15C109417C}"/>
          </ac:spMkLst>
        </pc:spChg>
        <pc:spChg chg="mod">
          <ac:chgData name="Geraldine TEULERE" userId="c6c56a49-8881-4953-b348-a18c5dbb4be9" providerId="ADAL" clId="{66C50865-3751-4531-8C37-60CC028C1A20}" dt="2024-07-09T12:51:45.825" v="833" actId="14100"/>
          <ac:spMkLst>
            <pc:docMk/>
            <pc:sldMk cId="2883595231" sldId="2145703942"/>
            <ac:spMk id="8" creationId="{47F10918-B771-ED47-8B2A-1C946357364D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9" creationId="{9206058D-FCBC-6E69-0B46-156890478FB2}"/>
          </ac:spMkLst>
        </pc:spChg>
        <pc:spChg chg="add del mod">
          <ac:chgData name="Geraldine TEULERE" userId="c6c56a49-8881-4953-b348-a18c5dbb4be9" providerId="ADAL" clId="{66C50865-3751-4531-8C37-60CC028C1A20}" dt="2024-07-08T17:05:40.676" v="445" actId="478"/>
          <ac:spMkLst>
            <pc:docMk/>
            <pc:sldMk cId="2883595231" sldId="2145703942"/>
            <ac:spMk id="10" creationId="{C71FB380-0ECB-05F5-54C6-601BE04D0061}"/>
          </ac:spMkLst>
        </pc:spChg>
        <pc:spChg chg="add del mod">
          <ac:chgData name="Geraldine TEULERE" userId="c6c56a49-8881-4953-b348-a18c5dbb4be9" providerId="ADAL" clId="{66C50865-3751-4531-8C37-60CC028C1A20}" dt="2024-07-09T12:46:40.416" v="802" actId="478"/>
          <ac:spMkLst>
            <pc:docMk/>
            <pc:sldMk cId="2883595231" sldId="2145703942"/>
            <ac:spMk id="12" creationId="{E50BC63E-1425-658C-91E3-08A37EBBF019}"/>
          </ac:spMkLst>
        </pc:spChg>
        <pc:spChg chg="add mod ord">
          <ac:chgData name="Geraldine TEULERE" userId="c6c56a49-8881-4953-b348-a18c5dbb4be9" providerId="ADAL" clId="{66C50865-3751-4531-8C37-60CC028C1A20}" dt="2024-07-09T12:51:03.057" v="828" actId="1076"/>
          <ac:spMkLst>
            <pc:docMk/>
            <pc:sldMk cId="2883595231" sldId="2145703942"/>
            <ac:spMk id="14" creationId="{741C1AAF-5C76-4AA9-76F8-68734EFE0E87}"/>
          </ac:spMkLst>
        </pc:spChg>
        <pc:spChg chg="del">
          <ac:chgData name="Geraldine TEULERE" userId="c6c56a49-8881-4953-b348-a18c5dbb4be9" providerId="ADAL" clId="{66C50865-3751-4531-8C37-60CC028C1A20}" dt="2024-07-08T16:55:25.659" v="16" actId="478"/>
          <ac:spMkLst>
            <pc:docMk/>
            <pc:sldMk cId="2883595231" sldId="2145703942"/>
            <ac:spMk id="14" creationId="{B4B1AE76-C4A1-EE07-74A3-D37EE8BDD526}"/>
          </ac:spMkLst>
        </pc:spChg>
        <pc:spChg chg="add del mod">
          <ac:chgData name="Geraldine TEULERE" userId="c6c56a49-8881-4953-b348-a18c5dbb4be9" providerId="ADAL" clId="{66C50865-3751-4531-8C37-60CC028C1A20}" dt="2024-07-09T12:54:32.592" v="850"/>
          <ac:spMkLst>
            <pc:docMk/>
            <pc:sldMk cId="2883595231" sldId="2145703942"/>
            <ac:spMk id="15" creationId="{A140D6DD-55EC-9281-0711-49CC1E06A3AE}"/>
          </ac:spMkLst>
        </pc:spChg>
        <pc:spChg chg="add del mod">
          <ac:chgData name="Geraldine TEULERE" userId="c6c56a49-8881-4953-b348-a18c5dbb4be9" providerId="ADAL" clId="{66C50865-3751-4531-8C37-60CC028C1A20}" dt="2024-07-08T17:08:37.207" v="570" actId="478"/>
          <ac:spMkLst>
            <pc:docMk/>
            <pc:sldMk cId="2883595231" sldId="2145703942"/>
            <ac:spMk id="17" creationId="{91C6B907-DB1D-67C5-4434-E4B25B3B4BF7}"/>
          </ac:spMkLst>
        </pc:spChg>
        <pc:spChg chg="add del mod">
          <ac:chgData name="Geraldine TEULERE" userId="c6c56a49-8881-4953-b348-a18c5dbb4be9" providerId="ADAL" clId="{66C50865-3751-4531-8C37-60CC028C1A20}" dt="2024-07-08T17:05:36.487" v="444" actId="478"/>
          <ac:spMkLst>
            <pc:docMk/>
            <pc:sldMk cId="2883595231" sldId="2145703942"/>
            <ac:spMk id="18" creationId="{8546D520-9AE1-9A0D-57BF-288433473044}"/>
          </ac:spMkLst>
        </pc:spChg>
        <pc:spChg chg="del">
          <ac:chgData name="Geraldine TEULERE" userId="c6c56a49-8881-4953-b348-a18c5dbb4be9" providerId="ADAL" clId="{66C50865-3751-4531-8C37-60CC028C1A20}" dt="2024-07-08T16:55:25.659" v="16" actId="478"/>
          <ac:spMkLst>
            <pc:docMk/>
            <pc:sldMk cId="2883595231" sldId="2145703942"/>
            <ac:spMk id="19" creationId="{8428F3A5-ECB0-D818-BEBC-7F98357DE50D}"/>
          </ac:spMkLst>
        </pc:spChg>
        <pc:spChg chg="del">
          <ac:chgData name="Geraldine TEULERE" userId="c6c56a49-8881-4953-b348-a18c5dbb4be9" providerId="ADAL" clId="{66C50865-3751-4531-8C37-60CC028C1A20}" dt="2024-07-08T16:59:07.913" v="180" actId="478"/>
          <ac:spMkLst>
            <pc:docMk/>
            <pc:sldMk cId="2883595231" sldId="2145703942"/>
            <ac:spMk id="20" creationId="{342D48D6-E837-06CE-1B22-28BF6EA0EE98}"/>
          </ac:spMkLst>
        </pc:spChg>
        <pc:spChg chg="del">
          <ac:chgData name="Geraldine TEULERE" userId="c6c56a49-8881-4953-b348-a18c5dbb4be9" providerId="ADAL" clId="{66C50865-3751-4531-8C37-60CC028C1A20}" dt="2024-07-08T16:59:16.013" v="184" actId="478"/>
          <ac:spMkLst>
            <pc:docMk/>
            <pc:sldMk cId="2883595231" sldId="2145703942"/>
            <ac:spMk id="21" creationId="{2133F2A4-9530-A386-6F85-0AEE9D69E849}"/>
          </ac:spMkLst>
        </pc:spChg>
        <pc:spChg chg="del">
          <ac:chgData name="Geraldine TEULERE" userId="c6c56a49-8881-4953-b348-a18c5dbb4be9" providerId="ADAL" clId="{66C50865-3751-4531-8C37-60CC028C1A20}" dt="2024-07-09T12:38:52.079" v="744" actId="478"/>
          <ac:spMkLst>
            <pc:docMk/>
            <pc:sldMk cId="2883595231" sldId="2145703942"/>
            <ac:spMk id="22" creationId="{1766374D-D5A2-43EE-9414-90517B9DC333}"/>
          </ac:spMkLst>
        </pc:spChg>
        <pc:spChg chg="add del mod">
          <ac:chgData name="Geraldine TEULERE" userId="c6c56a49-8881-4953-b348-a18c5dbb4be9" providerId="ADAL" clId="{66C50865-3751-4531-8C37-60CC028C1A20}" dt="2024-07-08T17:05:36.487" v="444" actId="478"/>
          <ac:spMkLst>
            <pc:docMk/>
            <pc:sldMk cId="2883595231" sldId="2145703942"/>
            <ac:spMk id="23" creationId="{82C9F08C-33A0-DCFE-FC62-F8EDEFF05B98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25" creationId="{37207CA2-E076-6BB4-FE42-25E556E1C5A5}"/>
          </ac:spMkLst>
        </pc:spChg>
        <pc:spChg chg="add mod">
          <ac:chgData name="Geraldine TEULERE" userId="c6c56a49-8881-4953-b348-a18c5dbb4be9" providerId="ADAL" clId="{66C50865-3751-4531-8C37-60CC028C1A20}" dt="2024-07-09T12:53:43.229" v="845" actId="14100"/>
          <ac:spMkLst>
            <pc:docMk/>
            <pc:sldMk cId="2883595231" sldId="2145703942"/>
            <ac:spMk id="27" creationId="{6485D2FD-E6D1-2A72-8067-48B28495B276}"/>
          </ac:spMkLst>
        </pc:spChg>
        <pc:spChg chg="add mod">
          <ac:chgData name="Geraldine TEULERE" userId="c6c56a49-8881-4953-b348-a18c5dbb4be9" providerId="ADAL" clId="{66C50865-3751-4531-8C37-60CC028C1A20}" dt="2024-07-09T12:41:24.218" v="767" actId="1076"/>
          <ac:spMkLst>
            <pc:docMk/>
            <pc:sldMk cId="2883595231" sldId="2145703942"/>
            <ac:spMk id="28" creationId="{8D70B1FB-3643-3754-AF55-2E2F0DD61023}"/>
          </ac:spMkLst>
        </pc:spChg>
        <pc:spChg chg="add mod">
          <ac:chgData name="Geraldine TEULERE" userId="c6c56a49-8881-4953-b348-a18c5dbb4be9" providerId="ADAL" clId="{66C50865-3751-4531-8C37-60CC028C1A20}" dt="2024-07-09T12:53:43.229" v="845" actId="14100"/>
          <ac:spMkLst>
            <pc:docMk/>
            <pc:sldMk cId="2883595231" sldId="2145703942"/>
            <ac:spMk id="29" creationId="{6FD33A00-61F1-C00C-8205-6E5D92CA858A}"/>
          </ac:spMkLst>
        </pc:spChg>
        <pc:spChg chg="add mod">
          <ac:chgData name="Geraldine TEULERE" userId="c6c56a49-8881-4953-b348-a18c5dbb4be9" providerId="ADAL" clId="{66C50865-3751-4531-8C37-60CC028C1A20}" dt="2024-07-09T12:41:38.252" v="769" actId="1076"/>
          <ac:spMkLst>
            <pc:docMk/>
            <pc:sldMk cId="2883595231" sldId="2145703942"/>
            <ac:spMk id="30" creationId="{18344FC2-95C1-27DE-4F8A-5196A63BAF42}"/>
          </ac:spMkLst>
        </pc:spChg>
        <pc:spChg chg="del">
          <ac:chgData name="Geraldine TEULERE" userId="c6c56a49-8881-4953-b348-a18c5dbb4be9" providerId="ADAL" clId="{66C50865-3751-4531-8C37-60CC028C1A20}" dt="2024-07-08T16:58:30.179" v="174" actId="478"/>
          <ac:spMkLst>
            <pc:docMk/>
            <pc:sldMk cId="2883595231" sldId="2145703942"/>
            <ac:spMk id="37" creationId="{21614772-1422-10B3-40EF-759B04C44637}"/>
          </ac:spMkLst>
        </pc:spChg>
        <pc:spChg chg="del">
          <ac:chgData name="Geraldine TEULERE" userId="c6c56a49-8881-4953-b348-a18c5dbb4be9" providerId="ADAL" clId="{66C50865-3751-4531-8C37-60CC028C1A20}" dt="2024-07-08T16:58:30.179" v="174" actId="478"/>
          <ac:spMkLst>
            <pc:docMk/>
            <pc:sldMk cId="2883595231" sldId="2145703942"/>
            <ac:spMk id="38" creationId="{68AC1A57-4379-2062-6EE0-741C0E2AE80D}"/>
          </ac:spMkLst>
        </pc:spChg>
        <pc:spChg chg="del mod">
          <ac:chgData name="Geraldine TEULERE" userId="c6c56a49-8881-4953-b348-a18c5dbb4be9" providerId="ADAL" clId="{66C50865-3751-4531-8C37-60CC028C1A20}" dt="2024-07-08T16:55:36.542" v="18" actId="478"/>
          <ac:spMkLst>
            <pc:docMk/>
            <pc:sldMk cId="2883595231" sldId="2145703942"/>
            <ac:spMk id="39" creationId="{E00EBFAF-FA6D-932D-DBA9-EB71367FEA22}"/>
          </ac:spMkLst>
        </pc:spChg>
        <pc:spChg chg="del">
          <ac:chgData name="Geraldine TEULERE" userId="c6c56a49-8881-4953-b348-a18c5dbb4be9" providerId="ADAL" clId="{66C50865-3751-4531-8C37-60CC028C1A20}" dt="2024-07-08T16:58:56.479" v="176" actId="478"/>
          <ac:spMkLst>
            <pc:docMk/>
            <pc:sldMk cId="2883595231" sldId="2145703942"/>
            <ac:spMk id="40" creationId="{C56AAAEC-2236-184A-B392-B76D41B8B0D0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41" creationId="{E95AF959-894B-DD49-142A-88B45045D65B}"/>
          </ac:spMkLst>
        </pc:spChg>
        <pc:spChg chg="del">
          <ac:chgData name="Geraldine TEULERE" userId="c6c56a49-8881-4953-b348-a18c5dbb4be9" providerId="ADAL" clId="{66C50865-3751-4531-8C37-60CC028C1A20}" dt="2024-07-08T16:58:30.179" v="174" actId="478"/>
          <ac:spMkLst>
            <pc:docMk/>
            <pc:sldMk cId="2883595231" sldId="2145703942"/>
            <ac:spMk id="42" creationId="{3AB49AF2-C994-D829-1959-B21130B690F1}"/>
          </ac:spMkLst>
        </pc:spChg>
        <pc:spChg chg="del">
          <ac:chgData name="Geraldine TEULERE" userId="c6c56a49-8881-4953-b348-a18c5dbb4be9" providerId="ADAL" clId="{66C50865-3751-4531-8C37-60CC028C1A20}" dt="2024-07-08T16:58:30.179" v="174" actId="478"/>
          <ac:spMkLst>
            <pc:docMk/>
            <pc:sldMk cId="2883595231" sldId="2145703942"/>
            <ac:spMk id="43" creationId="{795442EE-BD01-CA80-5490-47B304C7F7EC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44" creationId="{AD05C743-EEBC-959E-AADF-37023022F76D}"/>
          </ac:spMkLst>
        </pc:spChg>
        <pc:spChg chg="del mod">
          <ac:chgData name="Geraldine TEULERE" userId="c6c56a49-8881-4953-b348-a18c5dbb4be9" providerId="ADAL" clId="{66C50865-3751-4531-8C37-60CC028C1A20}" dt="2024-07-08T16:55:36.542" v="18" actId="478"/>
          <ac:spMkLst>
            <pc:docMk/>
            <pc:sldMk cId="2883595231" sldId="2145703942"/>
            <ac:spMk id="45" creationId="{FDD5F352-C636-3111-4F41-EDD36C9DB9FD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46" creationId="{4186F388-0B85-9166-BA4A-F6181139E094}"/>
          </ac:spMkLst>
        </pc:spChg>
        <pc:spChg chg="del mod">
          <ac:chgData name="Geraldine TEULERE" userId="c6c56a49-8881-4953-b348-a18c5dbb4be9" providerId="ADAL" clId="{66C50865-3751-4531-8C37-60CC028C1A20}" dt="2024-07-08T16:55:36.542" v="18" actId="478"/>
          <ac:spMkLst>
            <pc:docMk/>
            <pc:sldMk cId="2883595231" sldId="2145703942"/>
            <ac:spMk id="47" creationId="{EC80BDD4-B855-6F75-2919-9304FAF86F4A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48" creationId="{484F1300-6A28-1806-BE3D-47C4BBCAD05E}"/>
          </ac:spMkLst>
        </pc:spChg>
        <pc:spChg chg="del">
          <ac:chgData name="Geraldine TEULERE" userId="c6c56a49-8881-4953-b348-a18c5dbb4be9" providerId="ADAL" clId="{66C50865-3751-4531-8C37-60CC028C1A20}" dt="2024-07-08T16:58:56.479" v="176" actId="478"/>
          <ac:spMkLst>
            <pc:docMk/>
            <pc:sldMk cId="2883595231" sldId="2145703942"/>
            <ac:spMk id="53" creationId="{8CE65215-B377-2C1D-3E68-C1D1D64C11B7}"/>
          </ac:spMkLst>
        </pc:spChg>
        <pc:spChg chg="del mod">
          <ac:chgData name="Geraldine TEULERE" userId="c6c56a49-8881-4953-b348-a18c5dbb4be9" providerId="ADAL" clId="{66C50865-3751-4531-8C37-60CC028C1A20}" dt="2024-07-08T16:54:39.822" v="10" actId="478"/>
          <ac:spMkLst>
            <pc:docMk/>
            <pc:sldMk cId="2883595231" sldId="2145703942"/>
            <ac:spMk id="54" creationId="{6BAC0428-066F-86A3-45FA-662678D14F0C}"/>
          </ac:spMkLst>
        </pc:spChg>
        <pc:spChg chg="del">
          <ac:chgData name="Geraldine TEULERE" userId="c6c56a49-8881-4953-b348-a18c5dbb4be9" providerId="ADAL" clId="{66C50865-3751-4531-8C37-60CC028C1A20}" dt="2024-07-08T16:54:40.769" v="11" actId="478"/>
          <ac:spMkLst>
            <pc:docMk/>
            <pc:sldMk cId="2883595231" sldId="2145703942"/>
            <ac:spMk id="55" creationId="{FDD8C73E-9130-0967-D657-EF4A6F25989E}"/>
          </ac:spMkLst>
        </pc:spChg>
        <pc:spChg chg="del">
          <ac:chgData name="Geraldine TEULERE" userId="c6c56a49-8881-4953-b348-a18c5dbb4be9" providerId="ADAL" clId="{66C50865-3751-4531-8C37-60CC028C1A20}" dt="2024-07-08T16:58:56.479" v="176" actId="478"/>
          <ac:spMkLst>
            <pc:docMk/>
            <pc:sldMk cId="2883595231" sldId="2145703942"/>
            <ac:spMk id="56" creationId="{707A46C2-EED7-228E-1AE1-6CE4D4D42FF0}"/>
          </ac:spMkLst>
        </pc:spChg>
        <pc:spChg chg="del mod">
          <ac:chgData name="Geraldine TEULERE" userId="c6c56a49-8881-4953-b348-a18c5dbb4be9" providerId="ADAL" clId="{66C50865-3751-4531-8C37-60CC028C1A20}" dt="2024-07-08T16:55:36.542" v="18" actId="478"/>
          <ac:spMkLst>
            <pc:docMk/>
            <pc:sldMk cId="2883595231" sldId="2145703942"/>
            <ac:spMk id="57" creationId="{AB98CAC8-CA70-6E71-884A-4A2E6EDBCC67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58" creationId="{3C791D70-3F74-E91A-E4E8-BFC0B709BEC3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59" creationId="{A480E54D-E02E-DE0E-7080-936E2F98835A}"/>
          </ac:spMkLst>
        </pc:spChg>
        <pc:spChg chg="del">
          <ac:chgData name="Geraldine TEULERE" userId="c6c56a49-8881-4953-b348-a18c5dbb4be9" providerId="ADAL" clId="{66C50865-3751-4531-8C37-60CC028C1A20}" dt="2024-07-08T16:58:56.479" v="176" actId="478"/>
          <ac:spMkLst>
            <pc:docMk/>
            <pc:sldMk cId="2883595231" sldId="2145703942"/>
            <ac:spMk id="60" creationId="{B6D1B70A-37B7-A105-14B2-BD9E5BFFDD2A}"/>
          </ac:spMkLst>
        </pc:spChg>
        <pc:spChg chg="del mod">
          <ac:chgData name="Geraldine TEULERE" userId="c6c56a49-8881-4953-b348-a18c5dbb4be9" providerId="ADAL" clId="{66C50865-3751-4531-8C37-60CC028C1A20}" dt="2024-07-09T12:28:54.447" v="620" actId="478"/>
          <ac:spMkLst>
            <pc:docMk/>
            <pc:sldMk cId="2883595231" sldId="2145703942"/>
            <ac:spMk id="61" creationId="{8AB4BE0D-775E-D5F4-0A91-8873E2FBDE06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62" creationId="{E477FC06-6975-7177-4ABA-C79A807CFE11}"/>
          </ac:spMkLst>
        </pc:spChg>
        <pc:spChg chg="del mod">
          <ac:chgData name="Geraldine TEULERE" userId="c6c56a49-8881-4953-b348-a18c5dbb4be9" providerId="ADAL" clId="{66C50865-3751-4531-8C37-60CC028C1A20}" dt="2024-07-08T16:55:36.542" v="18" actId="478"/>
          <ac:spMkLst>
            <pc:docMk/>
            <pc:sldMk cId="2883595231" sldId="2145703942"/>
            <ac:spMk id="63" creationId="{BE1DD8CE-16F1-95BC-8BC7-F642D0980BF3}"/>
          </ac:spMkLst>
        </pc:spChg>
        <pc:spChg chg="del mod">
          <ac:chgData name="Geraldine TEULERE" userId="c6c56a49-8881-4953-b348-a18c5dbb4be9" providerId="ADAL" clId="{66C50865-3751-4531-8C37-60CC028C1A20}" dt="2024-07-08T16:55:36.542" v="18" actId="478"/>
          <ac:spMkLst>
            <pc:docMk/>
            <pc:sldMk cId="2883595231" sldId="2145703942"/>
            <ac:spMk id="64" creationId="{AC691D78-AAE2-CCB7-E40A-A718BAC59DE9}"/>
          </ac:spMkLst>
        </pc:spChg>
        <pc:spChg chg="del">
          <ac:chgData name="Geraldine TEULERE" userId="c6c56a49-8881-4953-b348-a18c5dbb4be9" providerId="ADAL" clId="{66C50865-3751-4531-8C37-60CC028C1A20}" dt="2024-07-08T16:58:56.479" v="176" actId="478"/>
          <ac:spMkLst>
            <pc:docMk/>
            <pc:sldMk cId="2883595231" sldId="2145703942"/>
            <ac:spMk id="65" creationId="{1794AC43-AE82-BC62-3317-3357A72AAF85}"/>
          </ac:spMkLst>
        </pc:spChg>
        <pc:spChg chg="del">
          <ac:chgData name="Geraldine TEULERE" userId="c6c56a49-8881-4953-b348-a18c5dbb4be9" providerId="ADAL" clId="{66C50865-3751-4531-8C37-60CC028C1A20}" dt="2024-07-08T16:58:56.479" v="176" actId="478"/>
          <ac:spMkLst>
            <pc:docMk/>
            <pc:sldMk cId="2883595231" sldId="2145703942"/>
            <ac:spMk id="68" creationId="{A86460F0-5B0C-1D61-B8F5-8D6A8AA6FA35}"/>
          </ac:spMkLst>
        </pc:spChg>
        <pc:spChg chg="add del mod ord">
          <ac:chgData name="Geraldine TEULERE" userId="c6c56a49-8881-4953-b348-a18c5dbb4be9" providerId="ADAL" clId="{66C50865-3751-4531-8C37-60CC028C1A20}" dt="2024-07-09T12:46:26.330" v="799" actId="207"/>
          <ac:spMkLst>
            <pc:docMk/>
            <pc:sldMk cId="2883595231" sldId="2145703942"/>
            <ac:spMk id="70" creationId="{145BF6EE-C5F2-4C3B-BAC5-36A984900B38}"/>
          </ac:spMkLst>
        </pc:spChg>
        <pc:spChg chg="del">
          <ac:chgData name="Geraldine TEULERE" userId="c6c56a49-8881-4953-b348-a18c5dbb4be9" providerId="ADAL" clId="{66C50865-3751-4531-8C37-60CC028C1A20}" dt="2024-07-08T16:58:56.479" v="176" actId="478"/>
          <ac:spMkLst>
            <pc:docMk/>
            <pc:sldMk cId="2883595231" sldId="2145703942"/>
            <ac:spMk id="71" creationId="{A3CF5F54-4BDF-D5C8-A4BA-10CD52CCEC30}"/>
          </ac:spMkLst>
        </pc:spChg>
        <pc:spChg chg="del">
          <ac:chgData name="Geraldine TEULERE" userId="c6c56a49-8881-4953-b348-a18c5dbb4be9" providerId="ADAL" clId="{66C50865-3751-4531-8C37-60CC028C1A20}" dt="2024-07-08T16:58:30.179" v="174" actId="478"/>
          <ac:spMkLst>
            <pc:docMk/>
            <pc:sldMk cId="2883595231" sldId="2145703942"/>
            <ac:spMk id="72" creationId="{895E9982-93E8-35F3-C3EF-6B4CF9387ADA}"/>
          </ac:spMkLst>
        </pc:spChg>
        <pc:spChg chg="del">
          <ac:chgData name="Geraldine TEULERE" userId="c6c56a49-8881-4953-b348-a18c5dbb4be9" providerId="ADAL" clId="{66C50865-3751-4531-8C37-60CC028C1A20}" dt="2024-07-08T16:58:56.479" v="176" actId="478"/>
          <ac:spMkLst>
            <pc:docMk/>
            <pc:sldMk cId="2883595231" sldId="2145703942"/>
            <ac:spMk id="73" creationId="{5269BE2D-2F5F-0A75-A356-12E1A11C6820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74" creationId="{12DCAE12-C963-AC7F-E33F-EC69ABE5A01C}"/>
          </ac:spMkLst>
        </pc:spChg>
        <pc:spChg chg="del mod">
          <ac:chgData name="Geraldine TEULERE" userId="c6c56a49-8881-4953-b348-a18c5dbb4be9" providerId="ADAL" clId="{66C50865-3751-4531-8C37-60CC028C1A20}" dt="2024-07-08T16:55:36.542" v="18" actId="478"/>
          <ac:spMkLst>
            <pc:docMk/>
            <pc:sldMk cId="2883595231" sldId="2145703942"/>
            <ac:spMk id="75" creationId="{BAFC644D-B154-5009-521B-B39BEAF61F3D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76" creationId="{CEE6216B-DD29-1D60-4172-8C68B2735239}"/>
          </ac:spMkLst>
        </pc:spChg>
        <pc:spChg chg="del">
          <ac:chgData name="Geraldine TEULERE" userId="c6c56a49-8881-4953-b348-a18c5dbb4be9" providerId="ADAL" clId="{66C50865-3751-4531-8C37-60CC028C1A20}" dt="2024-07-08T16:58:59.479" v="177" actId="478"/>
          <ac:spMkLst>
            <pc:docMk/>
            <pc:sldMk cId="2883595231" sldId="2145703942"/>
            <ac:spMk id="77" creationId="{D8B55ACC-4F87-E621-96E4-6BAEEDCD5C57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78" creationId="{0225F408-A586-0585-4DE6-C7C6244927EB}"/>
          </ac:spMkLst>
        </pc:spChg>
        <pc:spChg chg="mod">
          <ac:chgData name="Geraldine TEULERE" userId="c6c56a49-8881-4953-b348-a18c5dbb4be9" providerId="ADAL" clId="{66C50865-3751-4531-8C37-60CC028C1A20}" dt="2024-07-09T12:42:07.444" v="775" actId="20577"/>
          <ac:spMkLst>
            <pc:docMk/>
            <pc:sldMk cId="2883595231" sldId="2145703942"/>
            <ac:spMk id="79" creationId="{DD8AC131-640C-F76E-D14B-F65E38357F74}"/>
          </ac:spMkLst>
        </pc:spChg>
        <pc:spChg chg="del mod">
          <ac:chgData name="Geraldine TEULERE" userId="c6c56a49-8881-4953-b348-a18c5dbb4be9" providerId="ADAL" clId="{66C50865-3751-4531-8C37-60CC028C1A20}" dt="2024-07-08T16:56:05.226" v="24" actId="478"/>
          <ac:spMkLst>
            <pc:docMk/>
            <pc:sldMk cId="2883595231" sldId="2145703942"/>
            <ac:spMk id="80" creationId="{A52C1807-3CE0-4919-9682-73FDEBD9D889}"/>
          </ac:spMkLst>
        </pc:spChg>
        <pc:spChg chg="mod">
          <ac:chgData name="Geraldine TEULERE" userId="c6c56a49-8881-4953-b348-a18c5dbb4be9" providerId="ADAL" clId="{66C50865-3751-4531-8C37-60CC028C1A20}" dt="2024-07-09T12:42:27.181" v="779" actId="20577"/>
          <ac:spMkLst>
            <pc:docMk/>
            <pc:sldMk cId="2883595231" sldId="2145703942"/>
            <ac:spMk id="81" creationId="{945B12B5-B44A-D39C-5E65-38D176FFCFBC}"/>
          </ac:spMkLst>
        </pc:spChg>
        <pc:spChg chg="mod">
          <ac:chgData name="Geraldine TEULERE" userId="c6c56a49-8881-4953-b348-a18c5dbb4be9" providerId="ADAL" clId="{66C50865-3751-4531-8C37-60CC028C1A20}" dt="2024-07-09T12:39:55.649" v="758" actId="20577"/>
          <ac:spMkLst>
            <pc:docMk/>
            <pc:sldMk cId="2883595231" sldId="2145703942"/>
            <ac:spMk id="82" creationId="{47386008-EE7A-8299-6301-67BF6203915B}"/>
          </ac:spMkLst>
        </pc:spChg>
        <pc:spChg chg="add del">
          <ac:chgData name="Geraldine TEULERE" userId="c6c56a49-8881-4953-b348-a18c5dbb4be9" providerId="ADAL" clId="{66C50865-3751-4531-8C37-60CC028C1A20}" dt="2024-07-08T16:55:53.448" v="21" actId="478"/>
          <ac:spMkLst>
            <pc:docMk/>
            <pc:sldMk cId="2883595231" sldId="2145703942"/>
            <ac:spMk id="83" creationId="{84DBD4FD-1232-7C60-53DC-AD176BD97438}"/>
          </ac:spMkLst>
        </pc:spChg>
        <pc:spChg chg="del">
          <ac:chgData name="Geraldine TEULERE" userId="c6c56a49-8881-4953-b348-a18c5dbb4be9" providerId="ADAL" clId="{66C50865-3751-4531-8C37-60CC028C1A20}" dt="2024-07-08T16:58:30.179" v="174" actId="478"/>
          <ac:spMkLst>
            <pc:docMk/>
            <pc:sldMk cId="2883595231" sldId="2145703942"/>
            <ac:spMk id="84" creationId="{795DC79A-4C5E-E4EB-DD68-F7C8106BCF49}"/>
          </ac:spMkLst>
        </pc:spChg>
        <pc:spChg chg="del mod">
          <ac:chgData name="Geraldine TEULERE" userId="c6c56a49-8881-4953-b348-a18c5dbb4be9" providerId="ADAL" clId="{66C50865-3751-4531-8C37-60CC028C1A20}" dt="2024-07-08T16:55:36.542" v="18" actId="478"/>
          <ac:spMkLst>
            <pc:docMk/>
            <pc:sldMk cId="2883595231" sldId="2145703942"/>
            <ac:spMk id="85" creationId="{17B545C6-93E0-5FE0-7232-6C1E1E5CB04E}"/>
          </ac:spMkLst>
        </pc:spChg>
        <pc:spChg chg="del">
          <ac:chgData name="Geraldine TEULERE" userId="c6c56a49-8881-4953-b348-a18c5dbb4be9" providerId="ADAL" clId="{66C50865-3751-4531-8C37-60CC028C1A20}" dt="2024-07-08T16:58:56.479" v="176" actId="478"/>
          <ac:spMkLst>
            <pc:docMk/>
            <pc:sldMk cId="2883595231" sldId="2145703942"/>
            <ac:spMk id="86" creationId="{C9317288-07E3-1882-2B7C-617E77CD8360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87" creationId="{A7AC02CF-3967-BD50-9907-A5106D54947D}"/>
          </ac:spMkLst>
        </pc:spChg>
        <pc:spChg chg="del mod">
          <ac:chgData name="Geraldine TEULERE" userId="c6c56a49-8881-4953-b348-a18c5dbb4be9" providerId="ADAL" clId="{66C50865-3751-4531-8C37-60CC028C1A20}" dt="2024-07-08T16:55:36.542" v="18" actId="478"/>
          <ac:spMkLst>
            <pc:docMk/>
            <pc:sldMk cId="2883595231" sldId="2145703942"/>
            <ac:spMk id="88" creationId="{3EE0DC97-E97C-CBE0-A2E9-14680ECA5E31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89" creationId="{DAA00157-C675-8269-6877-4508589B0504}"/>
          </ac:spMkLst>
        </pc:spChg>
        <pc:spChg chg="del">
          <ac:chgData name="Geraldine TEULERE" userId="c6c56a49-8881-4953-b348-a18c5dbb4be9" providerId="ADAL" clId="{66C50865-3751-4531-8C37-60CC028C1A20}" dt="2024-07-08T16:58:47.952" v="175" actId="478"/>
          <ac:spMkLst>
            <pc:docMk/>
            <pc:sldMk cId="2883595231" sldId="2145703942"/>
            <ac:spMk id="90" creationId="{30BB49FD-1682-F8A8-FB45-54B24898C871}"/>
          </ac:spMkLst>
        </pc:spChg>
        <pc:spChg chg="del">
          <ac:chgData name="Geraldine TEULERE" userId="c6c56a49-8881-4953-b348-a18c5dbb4be9" providerId="ADAL" clId="{66C50865-3751-4531-8C37-60CC028C1A20}" dt="2024-07-08T16:58:59.479" v="177" actId="478"/>
          <ac:spMkLst>
            <pc:docMk/>
            <pc:sldMk cId="2883595231" sldId="2145703942"/>
            <ac:spMk id="91" creationId="{C9BBA79D-6270-28D1-EE82-93785C2AD8B4}"/>
          </ac:spMkLst>
        </pc:spChg>
        <pc:spChg chg="del">
          <ac:chgData name="Geraldine TEULERE" userId="c6c56a49-8881-4953-b348-a18c5dbb4be9" providerId="ADAL" clId="{66C50865-3751-4531-8C37-60CC028C1A20}" dt="2024-07-08T16:56:05.945" v="25" actId="478"/>
          <ac:spMkLst>
            <pc:docMk/>
            <pc:sldMk cId="2883595231" sldId="2145703942"/>
            <ac:spMk id="101" creationId="{A54FB07C-C58E-7B15-5132-E2D0AABE5FFB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02" creationId="{A1880DFF-8E28-BB66-CF57-F47E7016310F}"/>
          </ac:spMkLst>
        </pc:spChg>
        <pc:spChg chg="add del mod">
          <ac:chgData name="Geraldine TEULERE" userId="c6c56a49-8881-4953-b348-a18c5dbb4be9" providerId="ADAL" clId="{66C50865-3751-4531-8C37-60CC028C1A20}" dt="2024-07-09T12:53:43.229" v="845" actId="14100"/>
          <ac:spMkLst>
            <pc:docMk/>
            <pc:sldMk cId="2883595231" sldId="2145703942"/>
            <ac:spMk id="103" creationId="{BFE19C12-C3EC-05C9-723B-A66670380BF6}"/>
          </ac:spMkLst>
        </pc:spChg>
        <pc:spChg chg="del mod">
          <ac:chgData name="Geraldine TEULERE" userId="c6c56a49-8881-4953-b348-a18c5dbb4be9" providerId="ADAL" clId="{66C50865-3751-4531-8C37-60CC028C1A20}" dt="2024-07-08T16:55:36.542" v="18" actId="478"/>
          <ac:spMkLst>
            <pc:docMk/>
            <pc:sldMk cId="2883595231" sldId="2145703942"/>
            <ac:spMk id="106" creationId="{15D3BAF6-4A03-9FB6-3F2B-A29D04F20BCC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08" creationId="{129DE8F0-C507-5D26-4A6D-00FA968B43B1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09" creationId="{0C0495E9-8358-8029-E8A8-0864D89672B8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10" creationId="{A8ABFFE4-E8EF-4458-0CE3-408F7E6588B1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11" creationId="{71E1A582-859E-A27E-78EB-31F26849DAEB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12" creationId="{8EB5E3DB-0C46-A54E-C2F3-4FB36D0BBA9A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13" creationId="{DAED1D07-027F-B10C-0596-73E269207ECB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14" creationId="{BD373F27-0491-6852-D5B4-3B9B824B0A36}"/>
          </ac:spMkLst>
        </pc:spChg>
        <pc:spChg chg="del">
          <ac:chgData name="Geraldine TEULERE" userId="c6c56a49-8881-4953-b348-a18c5dbb4be9" providerId="ADAL" clId="{66C50865-3751-4531-8C37-60CC028C1A20}" dt="2024-07-08T16:55:07.424" v="13" actId="478"/>
          <ac:spMkLst>
            <pc:docMk/>
            <pc:sldMk cId="2883595231" sldId="2145703942"/>
            <ac:spMk id="122" creationId="{B64FEA30-72BA-C722-B735-31F56F4888C1}"/>
          </ac:spMkLst>
        </pc:spChg>
        <pc:spChg chg="del mod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23" creationId="{A79F63C4-A974-906D-2495-636B22F443AE}"/>
          </ac:spMkLst>
        </pc:spChg>
        <pc:spChg chg="del">
          <ac:chgData name="Geraldine TEULERE" userId="c6c56a49-8881-4953-b348-a18c5dbb4be9" providerId="ADAL" clId="{66C50865-3751-4531-8C37-60CC028C1A20}" dt="2024-07-08T16:55:07.424" v="13" actId="478"/>
          <ac:spMkLst>
            <pc:docMk/>
            <pc:sldMk cId="2883595231" sldId="2145703942"/>
            <ac:spMk id="125" creationId="{47BEABEE-34F9-EC1F-4939-61555A9E5CE6}"/>
          </ac:spMkLst>
        </pc:spChg>
        <pc:spChg chg="del">
          <ac:chgData name="Geraldine TEULERE" userId="c6c56a49-8881-4953-b348-a18c5dbb4be9" providerId="ADAL" clId="{66C50865-3751-4531-8C37-60CC028C1A20}" dt="2024-07-08T16:55:07.424" v="13" actId="478"/>
          <ac:spMkLst>
            <pc:docMk/>
            <pc:sldMk cId="2883595231" sldId="2145703942"/>
            <ac:spMk id="126" creationId="{ACFD258E-AA56-D5E1-85F5-47E551FBA918}"/>
          </ac:spMkLst>
        </pc:spChg>
        <pc:spChg chg="del">
          <ac:chgData name="Geraldine TEULERE" userId="c6c56a49-8881-4953-b348-a18c5dbb4be9" providerId="ADAL" clId="{66C50865-3751-4531-8C37-60CC028C1A20}" dt="2024-07-08T16:55:07.424" v="13" actId="478"/>
          <ac:spMkLst>
            <pc:docMk/>
            <pc:sldMk cId="2883595231" sldId="2145703942"/>
            <ac:spMk id="127" creationId="{7D7DC477-5DCE-D868-4715-6B99DA34DB6E}"/>
          </ac:spMkLst>
        </pc:spChg>
        <pc:spChg chg="del">
          <ac:chgData name="Geraldine TEULERE" userId="c6c56a49-8881-4953-b348-a18c5dbb4be9" providerId="ADAL" clId="{66C50865-3751-4531-8C37-60CC028C1A20}" dt="2024-07-08T16:55:07.424" v="13" actId="478"/>
          <ac:spMkLst>
            <pc:docMk/>
            <pc:sldMk cId="2883595231" sldId="2145703942"/>
            <ac:spMk id="1024" creationId="{EDC4AB64-27F6-17BD-98D7-3DBE61B129ED}"/>
          </ac:spMkLst>
        </pc:spChg>
        <pc:spChg chg="del">
          <ac:chgData name="Geraldine TEULERE" userId="c6c56a49-8881-4953-b348-a18c5dbb4be9" providerId="ADAL" clId="{66C50865-3751-4531-8C37-60CC028C1A20}" dt="2024-07-08T16:55:07.424" v="13" actId="478"/>
          <ac:spMkLst>
            <pc:docMk/>
            <pc:sldMk cId="2883595231" sldId="2145703942"/>
            <ac:spMk id="1025" creationId="{F57587C0-8DE3-9FAD-53EB-69B966B47A8C}"/>
          </ac:spMkLst>
        </pc:spChg>
        <pc:spChg chg="del">
          <ac:chgData name="Geraldine TEULERE" userId="c6c56a49-8881-4953-b348-a18c5dbb4be9" providerId="ADAL" clId="{66C50865-3751-4531-8C37-60CC028C1A20}" dt="2024-07-08T16:55:07.424" v="13" actId="478"/>
          <ac:spMkLst>
            <pc:docMk/>
            <pc:sldMk cId="2883595231" sldId="2145703942"/>
            <ac:spMk id="1027" creationId="{11CBDB67-8F90-86CB-50C9-2386D1113629}"/>
          </ac:spMkLst>
        </pc:spChg>
        <pc:spChg chg="del">
          <ac:chgData name="Geraldine TEULERE" userId="c6c56a49-8881-4953-b348-a18c5dbb4be9" providerId="ADAL" clId="{66C50865-3751-4531-8C37-60CC028C1A20}" dt="2024-07-08T16:55:22.382" v="15" actId="478"/>
          <ac:spMkLst>
            <pc:docMk/>
            <pc:sldMk cId="2883595231" sldId="2145703942"/>
            <ac:spMk id="1029" creationId="{27DE1C0C-451A-697C-6A4C-DB2735DAA52F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30" creationId="{05CC320E-735E-8240-2EF4-2095921D4B19}"/>
          </ac:spMkLst>
        </pc:spChg>
        <pc:spChg chg="del">
          <ac:chgData name="Geraldine TEULERE" userId="c6c56a49-8881-4953-b348-a18c5dbb4be9" providerId="ADAL" clId="{66C50865-3751-4531-8C37-60CC028C1A20}" dt="2024-07-08T16:55:22.382" v="15" actId="478"/>
          <ac:spMkLst>
            <pc:docMk/>
            <pc:sldMk cId="2883595231" sldId="2145703942"/>
            <ac:spMk id="1036" creationId="{032F278E-F5D0-FDF1-34E8-69F2B8BCF472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41" creationId="{F78F05ED-A152-2535-97D9-F0B9A35409A6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45" creationId="{719A58F8-0EFC-B0A8-981A-6D8BAC8C3561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46" creationId="{CC6EA177-2287-F9B9-C31D-B3686C028C79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47" creationId="{C7B4BF77-2F6A-308F-6135-34C145167D96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59" creationId="{7E824911-39BF-0281-1B2D-41A3A0D82DBE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60" creationId="{9A4C8BB3-8E83-3A6F-8DD3-7D923AD03068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62" creationId="{59D6069F-7EAC-E0B9-4364-9E7903E25BB1}"/>
          </ac:spMkLst>
        </pc:spChg>
        <pc:spChg chg="del">
          <ac:chgData name="Geraldine TEULERE" userId="c6c56a49-8881-4953-b348-a18c5dbb4be9" providerId="ADAL" clId="{66C50865-3751-4531-8C37-60CC028C1A20}" dt="2024-07-08T16:55:22.382" v="15" actId="478"/>
          <ac:spMkLst>
            <pc:docMk/>
            <pc:sldMk cId="2883595231" sldId="2145703942"/>
            <ac:spMk id="1063" creationId="{8B2482E5-BB67-F556-7C63-5747566A3272}"/>
          </ac:spMkLst>
        </pc:spChg>
        <pc:spChg chg="del">
          <ac:chgData name="Geraldine TEULERE" userId="c6c56a49-8881-4953-b348-a18c5dbb4be9" providerId="ADAL" clId="{66C50865-3751-4531-8C37-60CC028C1A20}" dt="2024-07-08T16:55:22.382" v="15" actId="478"/>
          <ac:spMkLst>
            <pc:docMk/>
            <pc:sldMk cId="2883595231" sldId="2145703942"/>
            <ac:spMk id="1064" creationId="{B655FD1F-DE88-1440-C32A-0A1EF3E36B56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65" creationId="{98C8B192-19D8-F810-5400-0575E778E35A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66" creationId="{27C1E930-601C-F65E-DDD5-5A78DD2839FF}"/>
          </ac:spMkLst>
        </pc:spChg>
        <pc:spChg chg="del">
          <ac:chgData name="Geraldine TEULERE" userId="c6c56a49-8881-4953-b348-a18c5dbb4be9" providerId="ADAL" clId="{66C50865-3751-4531-8C37-60CC028C1A20}" dt="2024-07-08T16:55:15.756" v="14" actId="478"/>
          <ac:spMkLst>
            <pc:docMk/>
            <pc:sldMk cId="2883595231" sldId="2145703942"/>
            <ac:spMk id="1067" creationId="{806B658E-5C5C-C158-3484-005BD1B47471}"/>
          </ac:spMkLst>
        </pc:spChg>
        <pc:spChg chg="del">
          <ac:chgData name="Geraldine TEULERE" userId="c6c56a49-8881-4953-b348-a18c5dbb4be9" providerId="ADAL" clId="{66C50865-3751-4531-8C37-60CC028C1A20}" dt="2024-07-08T16:55:22.382" v="15" actId="478"/>
          <ac:spMkLst>
            <pc:docMk/>
            <pc:sldMk cId="2883595231" sldId="2145703942"/>
            <ac:spMk id="1071" creationId="{9DFAABC5-EA01-2C4C-0037-68356137744F}"/>
          </ac:spMkLst>
        </pc:spChg>
        <pc:spChg chg="del mod">
          <ac:chgData name="Geraldine TEULERE" userId="c6c56a49-8881-4953-b348-a18c5dbb4be9" providerId="ADAL" clId="{66C50865-3751-4531-8C37-60CC028C1A20}" dt="2024-07-08T16:59:20.105" v="187" actId="478"/>
          <ac:spMkLst>
            <pc:docMk/>
            <pc:sldMk cId="2883595231" sldId="2145703942"/>
            <ac:spMk id="1079" creationId="{44B10DAF-250A-F061-B493-6A44CF083820}"/>
          </ac:spMkLst>
        </pc:spChg>
        <pc:spChg chg="del">
          <ac:chgData name="Geraldine TEULERE" userId="c6c56a49-8881-4953-b348-a18c5dbb4be9" providerId="ADAL" clId="{66C50865-3751-4531-8C37-60CC028C1A20}" dt="2024-07-08T16:59:18.632" v="186" actId="478"/>
          <ac:spMkLst>
            <pc:docMk/>
            <pc:sldMk cId="2883595231" sldId="2145703942"/>
            <ac:spMk id="1080" creationId="{5848676D-99F5-1548-A289-54B65B21A899}"/>
          </ac:spMkLst>
        </pc:spChg>
        <pc:spChg chg="del">
          <ac:chgData name="Geraldine TEULERE" userId="c6c56a49-8881-4953-b348-a18c5dbb4be9" providerId="ADAL" clId="{66C50865-3751-4531-8C37-60CC028C1A20}" dt="2024-07-08T16:59:14.678" v="183" actId="478"/>
          <ac:spMkLst>
            <pc:docMk/>
            <pc:sldMk cId="2883595231" sldId="2145703942"/>
            <ac:spMk id="1081" creationId="{2EDDD3CF-200F-A20A-8348-74C3FE9D0F06}"/>
          </ac:spMkLst>
        </pc:spChg>
        <pc:spChg chg="del">
          <ac:chgData name="Geraldine TEULERE" userId="c6c56a49-8881-4953-b348-a18c5dbb4be9" providerId="ADAL" clId="{66C50865-3751-4531-8C37-60CC028C1A20}" dt="2024-07-08T16:59:11.479" v="182" actId="478"/>
          <ac:spMkLst>
            <pc:docMk/>
            <pc:sldMk cId="2883595231" sldId="2145703942"/>
            <ac:spMk id="1082" creationId="{EE53CDDE-FB81-B053-B705-A8E9DF0F5713}"/>
          </ac:spMkLst>
        </pc:spChg>
        <pc:spChg chg="del">
          <ac:chgData name="Geraldine TEULERE" userId="c6c56a49-8881-4953-b348-a18c5dbb4be9" providerId="ADAL" clId="{66C50865-3751-4531-8C37-60CC028C1A20}" dt="2024-07-08T16:59:07.107" v="179" actId="478"/>
          <ac:spMkLst>
            <pc:docMk/>
            <pc:sldMk cId="2883595231" sldId="2145703942"/>
            <ac:spMk id="1086" creationId="{83BAED12-2D3D-4473-5A44-ACDFB3DFFFC3}"/>
          </ac:spMkLst>
        </pc:spChg>
        <pc:spChg chg="del">
          <ac:chgData name="Geraldine TEULERE" userId="c6c56a49-8881-4953-b348-a18c5dbb4be9" providerId="ADAL" clId="{66C50865-3751-4531-8C37-60CC028C1A20}" dt="2024-07-08T16:54:31.666" v="5" actId="478"/>
          <ac:spMkLst>
            <pc:docMk/>
            <pc:sldMk cId="2883595231" sldId="2145703942"/>
            <ac:spMk id="1090" creationId="{EE82FE42-4463-D897-4A97-3A618CE5EA85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091" creationId="{F7D37CFC-4A1C-CF61-3042-5A1521B41B6A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092" creationId="{725F10AE-B06E-7345-EF84-A27D31DC0686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093" creationId="{2E891660-1BA2-7343-39BF-DC82685FF215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094" creationId="{9B1370F8-F5EF-E8EC-7B6F-E65CAE9873D8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095" creationId="{3E43836D-82C7-3420-A7D4-184FAA443BEF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096" creationId="{6A2FDA2C-C733-CE3E-E807-EAA1D0E8D1EE}"/>
          </ac:spMkLst>
        </pc:spChg>
        <pc:spChg chg="del">
          <ac:chgData name="Geraldine TEULERE" userId="c6c56a49-8881-4953-b348-a18c5dbb4be9" providerId="ADAL" clId="{66C50865-3751-4531-8C37-60CC028C1A20}" dt="2024-07-08T16:54:58.525" v="12" actId="478"/>
          <ac:spMkLst>
            <pc:docMk/>
            <pc:sldMk cId="2883595231" sldId="2145703942"/>
            <ac:spMk id="1097" creationId="{9B4981BA-5287-7F7F-0436-E96CA64BC384}"/>
          </ac:spMkLst>
        </pc:spChg>
        <pc:graphicFrameChg chg="del">
          <ac:chgData name="Geraldine TEULERE" userId="c6c56a49-8881-4953-b348-a18c5dbb4be9" providerId="ADAL" clId="{66C50865-3751-4531-8C37-60CC028C1A20}" dt="2024-07-08T16:54:22.982" v="0" actId="478"/>
          <ac:graphicFrameMkLst>
            <pc:docMk/>
            <pc:sldMk cId="2883595231" sldId="2145703942"/>
            <ac:graphicFrameMk id="1083" creationId="{3C4D0D87-1336-1DCE-30F4-97E7F30684EF}"/>
          </ac:graphicFrameMkLst>
        </pc:graphicFrameChg>
        <pc:graphicFrameChg chg="del">
          <ac:chgData name="Geraldine TEULERE" userId="c6c56a49-8881-4953-b348-a18c5dbb4be9" providerId="ADAL" clId="{66C50865-3751-4531-8C37-60CC028C1A20}" dt="2024-07-08T16:54:24.690" v="1" actId="478"/>
          <ac:graphicFrameMkLst>
            <pc:docMk/>
            <pc:sldMk cId="2883595231" sldId="2145703942"/>
            <ac:graphicFrameMk id="1085" creationId="{FEB4276F-256D-2D53-B196-324A274D0330}"/>
          </ac:graphicFrameMkLst>
        </pc:graphicFrameChg>
        <pc:picChg chg="del">
          <ac:chgData name="Geraldine TEULERE" userId="c6c56a49-8881-4953-b348-a18c5dbb4be9" providerId="ADAL" clId="{66C50865-3751-4531-8C37-60CC028C1A20}" dt="2024-07-08T16:54:38.539" v="8" actId="478"/>
          <ac:picMkLst>
            <pc:docMk/>
            <pc:sldMk cId="2883595231" sldId="2145703942"/>
            <ac:picMk id="4" creationId="{F5F716B6-6263-CFC7-EA08-D05CF23C7A06}"/>
          </ac:picMkLst>
        </pc:picChg>
        <pc:picChg chg="del">
          <ac:chgData name="Geraldine TEULERE" userId="c6c56a49-8881-4953-b348-a18c5dbb4be9" providerId="ADAL" clId="{66C50865-3751-4531-8C37-60CC028C1A20}" dt="2024-07-08T16:54:36.541" v="7" actId="478"/>
          <ac:picMkLst>
            <pc:docMk/>
            <pc:sldMk cId="2883595231" sldId="2145703942"/>
            <ac:picMk id="13" creationId="{65480212-5854-66EC-7CC4-2B421413BDF5}"/>
          </ac:picMkLst>
        </pc:picChg>
        <pc:picChg chg="del">
          <ac:chgData name="Geraldine TEULERE" userId="c6c56a49-8881-4953-b348-a18c5dbb4be9" providerId="ADAL" clId="{66C50865-3751-4531-8C37-60CC028C1A20}" dt="2024-07-08T16:54:26.521" v="2" actId="478"/>
          <ac:picMkLst>
            <pc:docMk/>
            <pc:sldMk cId="2883595231" sldId="2145703942"/>
            <ac:picMk id="1028" creationId="{21D4616D-C5E3-3E50-3C1D-B201106BAE7B}"/>
          </ac:picMkLst>
        </pc:picChg>
        <pc:picChg chg="del">
          <ac:chgData name="Geraldine TEULERE" userId="c6c56a49-8881-4953-b348-a18c5dbb4be9" providerId="ADAL" clId="{66C50865-3751-4531-8C37-60CC028C1A20}" dt="2024-07-08T16:59:08.376" v="181" actId="478"/>
          <ac:picMkLst>
            <pc:docMk/>
            <pc:sldMk cId="2883595231" sldId="2145703942"/>
            <ac:picMk id="1078" creationId="{7782E3FC-1879-2316-44F7-454FB7F70A94}"/>
          </ac:picMkLst>
        </pc:picChg>
        <pc:cxnChg chg="mod">
          <ac:chgData name="Geraldine TEULERE" userId="c6c56a49-8881-4953-b348-a18c5dbb4be9" providerId="ADAL" clId="{66C50865-3751-4531-8C37-60CC028C1A20}" dt="2024-07-09T12:51:29.309" v="831" actId="1076"/>
          <ac:cxnSpMkLst>
            <pc:docMk/>
            <pc:sldMk cId="2883595231" sldId="2145703942"/>
            <ac:cxnSpMk id="3" creationId="{E224B1A9-4B89-5646-D8D8-909D0E745593}"/>
          </ac:cxnSpMkLst>
        </pc:cxnChg>
        <pc:cxnChg chg="del">
          <ac:chgData name="Geraldine TEULERE" userId="c6c56a49-8881-4953-b348-a18c5dbb4be9" providerId="ADAL" clId="{66C50865-3751-4531-8C37-60CC028C1A20}" dt="2024-07-08T16:57:09.227" v="40" actId="478"/>
          <ac:cxnSpMkLst>
            <pc:docMk/>
            <pc:sldMk cId="2883595231" sldId="2145703942"/>
            <ac:cxnSpMk id="5" creationId="{745FC68C-84AD-3DEF-5489-E4978501B5C5}"/>
          </ac:cxnSpMkLst>
        </pc:cxnChg>
        <pc:cxnChg chg="add del mod">
          <ac:chgData name="Geraldine TEULERE" userId="c6c56a49-8881-4953-b348-a18c5dbb4be9" providerId="ADAL" clId="{66C50865-3751-4531-8C37-60CC028C1A20}" dt="2024-07-09T12:43:32.289" v="785" actId="478"/>
          <ac:cxnSpMkLst>
            <pc:docMk/>
            <pc:sldMk cId="2883595231" sldId="2145703942"/>
            <ac:cxnSpMk id="9" creationId="{2596EF46-B91C-D8BA-BBFD-5621FD4E94B5}"/>
          </ac:cxnSpMkLst>
        </pc:cxnChg>
        <pc:cxnChg chg="add del mod">
          <ac:chgData name="Geraldine TEULERE" userId="c6c56a49-8881-4953-b348-a18c5dbb4be9" providerId="ADAL" clId="{66C50865-3751-4531-8C37-60CC028C1A20}" dt="2024-07-09T12:43:30.856" v="784" actId="478"/>
          <ac:cxnSpMkLst>
            <pc:docMk/>
            <pc:sldMk cId="2883595231" sldId="2145703942"/>
            <ac:cxnSpMk id="10" creationId="{8C6DED98-D2FB-5391-785C-2BABCC651D23}"/>
          </ac:cxnSpMkLst>
        </pc:cxnChg>
        <pc:cxnChg chg="add del mod">
          <ac:chgData name="Geraldine TEULERE" userId="c6c56a49-8881-4953-b348-a18c5dbb4be9" providerId="ADAL" clId="{66C50865-3751-4531-8C37-60CC028C1A20}" dt="2024-07-09T12:49:29.703" v="813" actId="478"/>
          <ac:cxnSpMkLst>
            <pc:docMk/>
            <pc:sldMk cId="2883595231" sldId="2145703942"/>
            <ac:cxnSpMk id="11" creationId="{59C3AE44-846B-968B-363A-457BD0432D1C}"/>
          </ac:cxnSpMkLst>
        </pc:cxnChg>
        <pc:cxnChg chg="del">
          <ac:chgData name="Geraldine TEULERE" userId="c6c56a49-8881-4953-b348-a18c5dbb4be9" providerId="ADAL" clId="{66C50865-3751-4531-8C37-60CC028C1A20}" dt="2024-07-08T16:58:30.179" v="174" actId="478"/>
          <ac:cxnSpMkLst>
            <pc:docMk/>
            <pc:sldMk cId="2883595231" sldId="2145703942"/>
            <ac:cxnSpMk id="11" creationId="{DF337B6A-158D-AD5F-5487-1230C2A2E81F}"/>
          </ac:cxnSpMkLst>
        </pc:cxnChg>
        <pc:cxnChg chg="del mod">
          <ac:chgData name="Geraldine TEULERE" userId="c6c56a49-8881-4953-b348-a18c5dbb4be9" providerId="ADAL" clId="{66C50865-3751-4531-8C37-60CC028C1A20}" dt="2024-07-08T16:55:36.542" v="18" actId="478"/>
          <ac:cxnSpMkLst>
            <pc:docMk/>
            <pc:sldMk cId="2883595231" sldId="2145703942"/>
            <ac:cxnSpMk id="12" creationId="{03482726-ACBA-C0F6-EBA7-619BE0D15A48}"/>
          </ac:cxnSpMkLst>
        </pc:cxnChg>
        <pc:cxnChg chg="add mod">
          <ac:chgData name="Geraldine TEULERE" userId="c6c56a49-8881-4953-b348-a18c5dbb4be9" providerId="ADAL" clId="{66C50865-3751-4531-8C37-60CC028C1A20}" dt="2024-07-09T12:49:43.370" v="816" actId="1076"/>
          <ac:cxnSpMkLst>
            <pc:docMk/>
            <pc:sldMk cId="2883595231" sldId="2145703942"/>
            <ac:cxnSpMk id="13" creationId="{1BB4885C-871A-45AB-8593-CAD2086797BA}"/>
          </ac:cxnSpMkLst>
        </pc:cxnChg>
        <pc:cxnChg chg="del mod">
          <ac:chgData name="Geraldine TEULERE" userId="c6c56a49-8881-4953-b348-a18c5dbb4be9" providerId="ADAL" clId="{66C50865-3751-4531-8C37-60CC028C1A20}" dt="2024-07-08T16:55:36.542" v="18" actId="478"/>
          <ac:cxnSpMkLst>
            <pc:docMk/>
            <pc:sldMk cId="2883595231" sldId="2145703942"/>
            <ac:cxnSpMk id="15" creationId="{1DBF03F2-DC35-2233-C705-D90E02F1343F}"/>
          </ac:cxnSpMkLst>
        </pc:cxnChg>
        <pc:cxnChg chg="del">
          <ac:chgData name="Geraldine TEULERE" userId="c6c56a49-8881-4953-b348-a18c5dbb4be9" providerId="ADAL" clId="{66C50865-3751-4531-8C37-60CC028C1A20}" dt="2024-07-08T16:58:47.952" v="175" actId="478"/>
          <ac:cxnSpMkLst>
            <pc:docMk/>
            <pc:sldMk cId="2883595231" sldId="2145703942"/>
            <ac:cxnSpMk id="16" creationId="{16480F5E-25D3-3599-3AC8-46FCB9A8DC9D}"/>
          </ac:cxnSpMkLst>
        </pc:cxnChg>
        <pc:cxnChg chg="del">
          <ac:chgData name="Geraldine TEULERE" userId="c6c56a49-8881-4953-b348-a18c5dbb4be9" providerId="ADAL" clId="{66C50865-3751-4531-8C37-60CC028C1A20}" dt="2024-07-08T16:59:03.075" v="178" actId="478"/>
          <ac:cxnSpMkLst>
            <pc:docMk/>
            <pc:sldMk cId="2883595231" sldId="2145703942"/>
            <ac:cxnSpMk id="24" creationId="{CF0B6777-8709-4F3A-2B8B-8AF22FF1F43E}"/>
          </ac:cxnSpMkLst>
        </pc:cxnChg>
        <pc:cxnChg chg="del">
          <ac:chgData name="Geraldine TEULERE" userId="c6c56a49-8881-4953-b348-a18c5dbb4be9" providerId="ADAL" clId="{66C50865-3751-4531-8C37-60CC028C1A20}" dt="2024-07-08T16:58:47.952" v="175" actId="478"/>
          <ac:cxnSpMkLst>
            <pc:docMk/>
            <pc:sldMk cId="2883595231" sldId="2145703942"/>
            <ac:cxnSpMk id="26" creationId="{E44B4F7D-2519-E52E-04A1-9DF6E9720D09}"/>
          </ac:cxnSpMkLst>
        </pc:cxnChg>
      </pc:sldChg>
      <pc:sldChg chg="del">
        <pc:chgData name="Geraldine TEULERE" userId="c6c56a49-8881-4953-b348-a18c5dbb4be9" providerId="ADAL" clId="{66C50865-3751-4531-8C37-60CC028C1A20}" dt="2024-07-15T09:32:27.766" v="1086" actId="2696"/>
        <pc:sldMkLst>
          <pc:docMk/>
          <pc:sldMk cId="3334403593" sldId="2145703947"/>
        </pc:sldMkLst>
      </pc:sldChg>
      <pc:sldChg chg="addSp delSp modSp add del mod">
        <pc:chgData name="Geraldine TEULERE" userId="c6c56a49-8881-4953-b348-a18c5dbb4be9" providerId="ADAL" clId="{66C50865-3751-4531-8C37-60CC028C1A20}" dt="2024-07-09T12:37:21.878" v="724" actId="2696"/>
        <pc:sldMkLst>
          <pc:docMk/>
          <pc:sldMk cId="2858468996" sldId="2145703948"/>
        </pc:sldMkLst>
        <pc:spChg chg="add del mod">
          <ac:chgData name="Geraldine TEULERE" userId="c6c56a49-8881-4953-b348-a18c5dbb4be9" providerId="ADAL" clId="{66C50865-3751-4531-8C37-60CC028C1A20}" dt="2024-07-08T17:04:05.140" v="423" actId="478"/>
          <ac:spMkLst>
            <pc:docMk/>
            <pc:sldMk cId="2858468996" sldId="2145703948"/>
            <ac:spMk id="2" creationId="{15A312EA-001F-D13C-226A-8EBAD80E06BD}"/>
          </ac:spMkLst>
        </pc:spChg>
        <pc:spChg chg="add mod">
          <ac:chgData name="Geraldine TEULERE" userId="c6c56a49-8881-4953-b348-a18c5dbb4be9" providerId="ADAL" clId="{66C50865-3751-4531-8C37-60CC028C1A20}" dt="2024-07-08T17:04:09.239" v="424" actId="1076"/>
          <ac:spMkLst>
            <pc:docMk/>
            <pc:sldMk cId="2858468996" sldId="2145703948"/>
            <ac:spMk id="4" creationId="{C27FE47E-158E-947E-02D6-8427ED8FF288}"/>
          </ac:spMkLst>
        </pc:spChg>
        <pc:spChg chg="add del mod">
          <ac:chgData name="Geraldine TEULERE" userId="c6c56a49-8881-4953-b348-a18c5dbb4be9" providerId="ADAL" clId="{66C50865-3751-4531-8C37-60CC028C1A20}" dt="2024-07-08T17:03:59.736" v="421" actId="478"/>
          <ac:spMkLst>
            <pc:docMk/>
            <pc:sldMk cId="2858468996" sldId="2145703948"/>
            <ac:spMk id="5" creationId="{E6A83F91-B69C-1584-BFDD-37D1B20CBE7E}"/>
          </ac:spMkLst>
        </pc:spChg>
        <pc:spChg chg="add mod">
          <ac:chgData name="Geraldine TEULERE" userId="c6c56a49-8881-4953-b348-a18c5dbb4be9" providerId="ADAL" clId="{66C50865-3751-4531-8C37-60CC028C1A20}" dt="2024-07-08T17:04:25.405" v="429" actId="1076"/>
          <ac:spMkLst>
            <pc:docMk/>
            <pc:sldMk cId="2858468996" sldId="2145703948"/>
            <ac:spMk id="7" creationId="{B1600B40-4900-A078-D7C0-DD22AADC4C05}"/>
          </ac:spMkLst>
        </pc:spChg>
        <pc:spChg chg="mod">
          <ac:chgData name="Geraldine TEULERE" userId="c6c56a49-8881-4953-b348-a18c5dbb4be9" providerId="ADAL" clId="{66C50865-3751-4531-8C37-60CC028C1A20}" dt="2024-07-08T17:03:05.524" v="405" actId="14100"/>
          <ac:spMkLst>
            <pc:docMk/>
            <pc:sldMk cId="2858468996" sldId="2145703948"/>
            <ac:spMk id="8" creationId="{47F10918-B771-ED47-8B2A-1C946357364D}"/>
          </ac:spMkLst>
        </pc:spChg>
        <pc:spChg chg="add mod">
          <ac:chgData name="Geraldine TEULERE" userId="c6c56a49-8881-4953-b348-a18c5dbb4be9" providerId="ADAL" clId="{66C50865-3751-4531-8C37-60CC028C1A20}" dt="2024-07-08T17:04:31.301" v="430" actId="1076"/>
          <ac:spMkLst>
            <pc:docMk/>
            <pc:sldMk cId="2858468996" sldId="2145703948"/>
            <ac:spMk id="9" creationId="{71C45F91-625A-AC94-B380-BDF19B01A7CA}"/>
          </ac:spMkLst>
        </pc:spChg>
        <pc:spChg chg="del mod">
          <ac:chgData name="Geraldine TEULERE" userId="c6c56a49-8881-4953-b348-a18c5dbb4be9" providerId="ADAL" clId="{66C50865-3751-4531-8C37-60CC028C1A20}" dt="2024-07-08T17:03:16.200" v="408" actId="478"/>
          <ac:spMkLst>
            <pc:docMk/>
            <pc:sldMk cId="2858468996" sldId="2145703948"/>
            <ac:spMk id="10" creationId="{C71FB380-0ECB-05F5-54C6-601BE04D0061}"/>
          </ac:spMkLst>
        </pc:spChg>
        <pc:spChg chg="mod ord">
          <ac:chgData name="Geraldine TEULERE" userId="c6c56a49-8881-4953-b348-a18c5dbb4be9" providerId="ADAL" clId="{66C50865-3751-4531-8C37-60CC028C1A20}" dt="2024-07-08T17:05:14.633" v="441" actId="1076"/>
          <ac:spMkLst>
            <pc:docMk/>
            <pc:sldMk cId="2858468996" sldId="2145703948"/>
            <ac:spMk id="17" creationId="{91C6B907-DB1D-67C5-4434-E4B25B3B4BF7}"/>
          </ac:spMkLst>
        </pc:spChg>
        <pc:spChg chg="del">
          <ac:chgData name="Geraldine TEULERE" userId="c6c56a49-8881-4953-b348-a18c5dbb4be9" providerId="ADAL" clId="{66C50865-3751-4531-8C37-60CC028C1A20}" dt="2024-07-08T17:03:42.201" v="416" actId="478"/>
          <ac:spMkLst>
            <pc:docMk/>
            <pc:sldMk cId="2858468996" sldId="2145703948"/>
            <ac:spMk id="22" creationId="{1766374D-D5A2-43EE-9414-90517B9DC333}"/>
          </ac:spMkLst>
        </pc:spChg>
        <pc:spChg chg="del mod">
          <ac:chgData name="Geraldine TEULERE" userId="c6c56a49-8881-4953-b348-a18c5dbb4be9" providerId="ADAL" clId="{66C50865-3751-4531-8C37-60CC028C1A20}" dt="2024-07-08T17:03:40.517" v="415" actId="478"/>
          <ac:spMkLst>
            <pc:docMk/>
            <pc:sldMk cId="2858468996" sldId="2145703948"/>
            <ac:spMk id="61" creationId="{8AB4BE0D-775E-D5F4-0A91-8873E2FBDE06}"/>
          </ac:spMkLst>
        </pc:spChg>
        <pc:spChg chg="mod ord">
          <ac:chgData name="Geraldine TEULERE" userId="c6c56a49-8881-4953-b348-a18c5dbb4be9" providerId="ADAL" clId="{66C50865-3751-4531-8C37-60CC028C1A20}" dt="2024-07-08T17:05:06.853" v="439" actId="1076"/>
          <ac:spMkLst>
            <pc:docMk/>
            <pc:sldMk cId="2858468996" sldId="2145703948"/>
            <ac:spMk id="79" creationId="{DD8AC131-640C-F76E-D14B-F65E38357F74}"/>
          </ac:spMkLst>
        </pc:spChg>
        <pc:spChg chg="mod ord">
          <ac:chgData name="Geraldine TEULERE" userId="c6c56a49-8881-4953-b348-a18c5dbb4be9" providerId="ADAL" clId="{66C50865-3751-4531-8C37-60CC028C1A20}" dt="2024-07-08T17:05:11.837" v="440" actId="1076"/>
          <ac:spMkLst>
            <pc:docMk/>
            <pc:sldMk cId="2858468996" sldId="2145703948"/>
            <ac:spMk id="81" creationId="{945B12B5-B44A-D39C-5E65-38D176FFCFBC}"/>
          </ac:spMkLst>
        </pc:spChg>
        <pc:spChg chg="del">
          <ac:chgData name="Geraldine TEULERE" userId="c6c56a49-8881-4953-b348-a18c5dbb4be9" providerId="ADAL" clId="{66C50865-3751-4531-8C37-60CC028C1A20}" dt="2024-07-08T17:03:16.812" v="409" actId="478"/>
          <ac:spMkLst>
            <pc:docMk/>
            <pc:sldMk cId="2858468996" sldId="2145703948"/>
            <ac:spMk id="103" creationId="{BFE19C12-C3EC-05C9-723B-A66670380BF6}"/>
          </ac:spMkLst>
        </pc:spChg>
      </pc:sldChg>
      <pc:sldChg chg="addSp delSp modSp add del mod">
        <pc:chgData name="Geraldine TEULERE" userId="c6c56a49-8881-4953-b348-a18c5dbb4be9" providerId="ADAL" clId="{66C50865-3751-4531-8C37-60CC028C1A20}" dt="2024-07-15T09:32:40.031" v="1087" actId="2696"/>
        <pc:sldMkLst>
          <pc:docMk/>
          <pc:sldMk cId="3814446032" sldId="2145703948"/>
        </pc:sldMkLst>
        <pc:spChg chg="mod">
          <ac:chgData name="Geraldine TEULERE" userId="c6c56a49-8881-4953-b348-a18c5dbb4be9" providerId="ADAL" clId="{66C50865-3751-4531-8C37-60CC028C1A20}" dt="2024-07-09T12:53:55.596" v="846" actId="14100"/>
          <ac:spMkLst>
            <pc:docMk/>
            <pc:sldMk cId="3814446032" sldId="2145703948"/>
            <ac:spMk id="2" creationId="{F82A5377-E4A6-8038-FBC2-87DBCB68DE9D}"/>
          </ac:spMkLst>
        </pc:spChg>
        <pc:spChg chg="mod">
          <ac:chgData name="Geraldine TEULERE" userId="c6c56a49-8881-4953-b348-a18c5dbb4be9" providerId="ADAL" clId="{66C50865-3751-4531-8C37-60CC028C1A20}" dt="2024-07-09T12:53:55.596" v="846" actId="14100"/>
          <ac:spMkLst>
            <pc:docMk/>
            <pc:sldMk cId="3814446032" sldId="2145703948"/>
            <ac:spMk id="4" creationId="{6531E51F-3CED-CF86-8CE6-69A929C84DFE}"/>
          </ac:spMkLst>
        </pc:spChg>
        <pc:spChg chg="mod">
          <ac:chgData name="Geraldine TEULERE" userId="c6c56a49-8881-4953-b348-a18c5dbb4be9" providerId="ADAL" clId="{66C50865-3751-4531-8C37-60CC028C1A20}" dt="2024-07-09T12:53:21.394" v="844" actId="207"/>
          <ac:spMkLst>
            <pc:docMk/>
            <pc:sldMk cId="3814446032" sldId="2145703948"/>
            <ac:spMk id="5" creationId="{1978CD18-B7C3-4753-06EB-83A29D2863BA}"/>
          </ac:spMkLst>
        </pc:spChg>
        <pc:spChg chg="add del mod">
          <ac:chgData name="Geraldine TEULERE" userId="c6c56a49-8881-4953-b348-a18c5dbb4be9" providerId="ADAL" clId="{66C50865-3751-4531-8C37-60CC028C1A20}" dt="2024-07-09T12:52:26.127" v="839" actId="478"/>
          <ac:spMkLst>
            <pc:docMk/>
            <pc:sldMk cId="3814446032" sldId="2145703948"/>
            <ac:spMk id="7" creationId="{06FC0430-8F05-1FFC-6A8C-BCD262574AB9}"/>
          </ac:spMkLst>
        </pc:spChg>
        <pc:spChg chg="mod">
          <ac:chgData name="Geraldine TEULERE" userId="c6c56a49-8881-4953-b348-a18c5dbb4be9" providerId="ADAL" clId="{66C50865-3751-4531-8C37-60CC028C1A20}" dt="2024-07-09T13:08:11.625" v="1030" actId="208"/>
          <ac:spMkLst>
            <pc:docMk/>
            <pc:sldMk cId="3814446032" sldId="2145703948"/>
            <ac:spMk id="8" creationId="{47F10918-B771-ED47-8B2A-1C946357364D}"/>
          </ac:spMkLst>
        </pc:spChg>
        <pc:spChg chg="mod">
          <ac:chgData name="Geraldine TEULERE" userId="c6c56a49-8881-4953-b348-a18c5dbb4be9" providerId="ADAL" clId="{66C50865-3751-4531-8C37-60CC028C1A20}" dt="2024-07-09T12:53:55.596" v="846" actId="14100"/>
          <ac:spMkLst>
            <pc:docMk/>
            <pc:sldMk cId="3814446032" sldId="2145703948"/>
            <ac:spMk id="27" creationId="{6485D2FD-E6D1-2A72-8067-48B28495B276}"/>
          </ac:spMkLst>
        </pc:spChg>
        <pc:spChg chg="mod">
          <ac:chgData name="Geraldine TEULERE" userId="c6c56a49-8881-4953-b348-a18c5dbb4be9" providerId="ADAL" clId="{66C50865-3751-4531-8C37-60CC028C1A20}" dt="2024-07-09T12:53:09.977" v="843" actId="207"/>
          <ac:spMkLst>
            <pc:docMk/>
            <pc:sldMk cId="3814446032" sldId="2145703948"/>
            <ac:spMk id="28" creationId="{8D70B1FB-3643-3754-AF55-2E2F0DD61023}"/>
          </ac:spMkLst>
        </pc:spChg>
        <pc:spChg chg="mod">
          <ac:chgData name="Geraldine TEULERE" userId="c6c56a49-8881-4953-b348-a18c5dbb4be9" providerId="ADAL" clId="{66C50865-3751-4531-8C37-60CC028C1A20}" dt="2024-07-09T12:53:55.596" v="846" actId="14100"/>
          <ac:spMkLst>
            <pc:docMk/>
            <pc:sldMk cId="3814446032" sldId="2145703948"/>
            <ac:spMk id="29" creationId="{6FD33A00-61F1-C00C-8205-6E5D92CA858A}"/>
          </ac:spMkLst>
        </pc:spChg>
        <pc:spChg chg="mod">
          <ac:chgData name="Geraldine TEULERE" userId="c6c56a49-8881-4953-b348-a18c5dbb4be9" providerId="ADAL" clId="{66C50865-3751-4531-8C37-60CC028C1A20}" dt="2024-07-09T12:53:21.394" v="844" actId="207"/>
          <ac:spMkLst>
            <pc:docMk/>
            <pc:sldMk cId="3814446032" sldId="2145703948"/>
            <ac:spMk id="30" creationId="{18344FC2-95C1-27DE-4F8A-5196A63BAF42}"/>
          </ac:spMkLst>
        </pc:spChg>
        <pc:spChg chg="mod">
          <ac:chgData name="Geraldine TEULERE" userId="c6c56a49-8881-4953-b348-a18c5dbb4be9" providerId="ADAL" clId="{66C50865-3751-4531-8C37-60CC028C1A20}" dt="2024-07-09T12:52:15.026" v="837" actId="207"/>
          <ac:spMkLst>
            <pc:docMk/>
            <pc:sldMk cId="3814446032" sldId="2145703948"/>
            <ac:spMk id="70" creationId="{145BF6EE-C5F2-4C3B-BAC5-36A984900B38}"/>
          </ac:spMkLst>
        </pc:spChg>
        <pc:spChg chg="mod">
          <ac:chgData name="Geraldine TEULERE" userId="c6c56a49-8881-4953-b348-a18c5dbb4be9" providerId="ADAL" clId="{66C50865-3751-4531-8C37-60CC028C1A20}" dt="2024-07-09T12:53:21.394" v="844" actId="207"/>
          <ac:spMkLst>
            <pc:docMk/>
            <pc:sldMk cId="3814446032" sldId="2145703948"/>
            <ac:spMk id="79" creationId="{DD8AC131-640C-F76E-D14B-F65E38357F74}"/>
          </ac:spMkLst>
        </pc:spChg>
        <pc:spChg chg="mod">
          <ac:chgData name="Geraldine TEULERE" userId="c6c56a49-8881-4953-b348-a18c5dbb4be9" providerId="ADAL" clId="{66C50865-3751-4531-8C37-60CC028C1A20}" dt="2024-07-09T12:53:21.394" v="844" actId="207"/>
          <ac:spMkLst>
            <pc:docMk/>
            <pc:sldMk cId="3814446032" sldId="2145703948"/>
            <ac:spMk id="81" creationId="{945B12B5-B44A-D39C-5E65-38D176FFCFBC}"/>
          </ac:spMkLst>
        </pc:spChg>
        <pc:spChg chg="mod">
          <ac:chgData name="Geraldine TEULERE" userId="c6c56a49-8881-4953-b348-a18c5dbb4be9" providerId="ADAL" clId="{66C50865-3751-4531-8C37-60CC028C1A20}" dt="2024-07-09T12:53:21.394" v="844" actId="207"/>
          <ac:spMkLst>
            <pc:docMk/>
            <pc:sldMk cId="3814446032" sldId="2145703948"/>
            <ac:spMk id="82" creationId="{47386008-EE7A-8299-6301-67BF6203915B}"/>
          </ac:spMkLst>
        </pc:spChg>
        <pc:spChg chg="mod">
          <ac:chgData name="Geraldine TEULERE" userId="c6c56a49-8881-4953-b348-a18c5dbb4be9" providerId="ADAL" clId="{66C50865-3751-4531-8C37-60CC028C1A20}" dt="2024-07-09T12:53:55.596" v="846" actId="14100"/>
          <ac:spMkLst>
            <pc:docMk/>
            <pc:sldMk cId="3814446032" sldId="2145703948"/>
            <ac:spMk id="103" creationId="{BFE19C12-C3EC-05C9-723B-A66670380BF6}"/>
          </ac:spMkLst>
        </pc:spChg>
        <pc:cxnChg chg="mod">
          <ac:chgData name="Geraldine TEULERE" userId="c6c56a49-8881-4953-b348-a18c5dbb4be9" providerId="ADAL" clId="{66C50865-3751-4531-8C37-60CC028C1A20}" dt="2024-07-09T12:52:23.560" v="838" actId="208"/>
          <ac:cxnSpMkLst>
            <pc:docMk/>
            <pc:sldMk cId="3814446032" sldId="2145703948"/>
            <ac:cxnSpMk id="3" creationId="{E224B1A9-4B89-5646-D8D8-909D0E745593}"/>
          </ac:cxnSpMkLst>
        </pc:cxnChg>
        <pc:cxnChg chg="mod">
          <ac:chgData name="Geraldine TEULERE" userId="c6c56a49-8881-4953-b348-a18c5dbb4be9" providerId="ADAL" clId="{66C50865-3751-4531-8C37-60CC028C1A20}" dt="2024-07-09T12:52:23.560" v="838" actId="208"/>
          <ac:cxnSpMkLst>
            <pc:docMk/>
            <pc:sldMk cId="3814446032" sldId="2145703948"/>
            <ac:cxnSpMk id="13" creationId="{1BB4885C-871A-45AB-8593-CAD2086797BA}"/>
          </ac:cxnSpMkLst>
        </pc:cxnChg>
      </pc:sldChg>
      <pc:sldChg chg="addSp delSp modSp add mod ord">
        <pc:chgData name="Geraldine TEULERE" userId="c6c56a49-8881-4953-b348-a18c5dbb4be9" providerId="ADAL" clId="{66C50865-3751-4531-8C37-60CC028C1A20}" dt="2024-07-15T10:10:17.951" v="1578"/>
        <pc:sldMkLst>
          <pc:docMk/>
          <pc:sldMk cId="2324110844" sldId="2145703949"/>
        </pc:sldMkLst>
        <pc:spChg chg="mod">
          <ac:chgData name="Geraldine TEULERE" userId="c6c56a49-8881-4953-b348-a18c5dbb4be9" providerId="ADAL" clId="{66C50865-3751-4531-8C37-60CC028C1A20}" dt="2024-07-15T10:03:56.789" v="1307" actId="1076"/>
          <ac:spMkLst>
            <pc:docMk/>
            <pc:sldMk cId="2324110844" sldId="2145703949"/>
            <ac:spMk id="2" creationId="{F82A5377-E4A6-8038-FBC2-87DBCB68DE9D}"/>
          </ac:spMkLst>
        </pc:spChg>
        <pc:spChg chg="mod">
          <ac:chgData name="Geraldine TEULERE" userId="c6c56a49-8881-4953-b348-a18c5dbb4be9" providerId="ADAL" clId="{66C50865-3751-4531-8C37-60CC028C1A20}" dt="2024-07-15T10:04:05.745" v="1308" actId="1076"/>
          <ac:spMkLst>
            <pc:docMk/>
            <pc:sldMk cId="2324110844" sldId="2145703949"/>
            <ac:spMk id="4" creationId="{6531E51F-3CED-CF86-8CE6-69A929C84DFE}"/>
          </ac:spMkLst>
        </pc:spChg>
        <pc:spChg chg="mod">
          <ac:chgData name="Geraldine TEULERE" userId="c6c56a49-8881-4953-b348-a18c5dbb4be9" providerId="ADAL" clId="{66C50865-3751-4531-8C37-60CC028C1A20}" dt="2024-07-15T10:04:05.745" v="1308" actId="1076"/>
          <ac:spMkLst>
            <pc:docMk/>
            <pc:sldMk cId="2324110844" sldId="2145703949"/>
            <ac:spMk id="5" creationId="{1978CD18-B7C3-4753-06EB-83A29D2863BA}"/>
          </ac:spMkLst>
        </pc:spChg>
        <pc:spChg chg="mod">
          <ac:chgData name="Geraldine TEULERE" userId="c6c56a49-8881-4953-b348-a18c5dbb4be9" providerId="ADAL" clId="{66C50865-3751-4531-8C37-60CC028C1A20}" dt="2024-07-15T09:37:41.650" v="1257" actId="20577"/>
          <ac:spMkLst>
            <pc:docMk/>
            <pc:sldMk cId="2324110844" sldId="2145703949"/>
            <ac:spMk id="6" creationId="{766414F9-DD41-2BE3-3A6E-2AFB48BA73B7}"/>
          </ac:spMkLst>
        </pc:spChg>
        <pc:spChg chg="add mod">
          <ac:chgData name="Geraldine TEULERE" userId="c6c56a49-8881-4953-b348-a18c5dbb4be9" providerId="ADAL" clId="{66C50865-3751-4531-8C37-60CC028C1A20}" dt="2024-07-15T10:05:03.046" v="1317" actId="1076"/>
          <ac:spMkLst>
            <pc:docMk/>
            <pc:sldMk cId="2324110844" sldId="2145703949"/>
            <ac:spMk id="7" creationId="{E945248B-3547-4104-EC3C-694112401A81}"/>
          </ac:spMkLst>
        </pc:spChg>
        <pc:spChg chg="mod">
          <ac:chgData name="Geraldine TEULERE" userId="c6c56a49-8881-4953-b348-a18c5dbb4be9" providerId="ADAL" clId="{66C50865-3751-4531-8C37-60CC028C1A20}" dt="2024-07-15T10:05:12.854" v="1319" actId="14100"/>
          <ac:spMkLst>
            <pc:docMk/>
            <pc:sldMk cId="2324110844" sldId="2145703949"/>
            <ac:spMk id="8" creationId="{47F10918-B771-ED47-8B2A-1C946357364D}"/>
          </ac:spMkLst>
        </pc:spChg>
        <pc:spChg chg="add mod">
          <ac:chgData name="Geraldine TEULERE" userId="c6c56a49-8881-4953-b348-a18c5dbb4be9" providerId="ADAL" clId="{66C50865-3751-4531-8C37-60CC028C1A20}" dt="2024-07-15T10:03:27.723" v="1304" actId="1076"/>
          <ac:spMkLst>
            <pc:docMk/>
            <pc:sldMk cId="2324110844" sldId="2145703949"/>
            <ac:spMk id="10" creationId="{D03F27C3-0888-A70B-ABCC-C4A6AB89F4B2}"/>
          </ac:spMkLst>
        </pc:spChg>
        <pc:spChg chg="add mod">
          <ac:chgData name="Geraldine TEULERE" userId="c6c56a49-8881-4953-b348-a18c5dbb4be9" providerId="ADAL" clId="{66C50865-3751-4531-8C37-60CC028C1A20}" dt="2024-07-15T10:03:56.789" v="1307" actId="1076"/>
          <ac:spMkLst>
            <pc:docMk/>
            <pc:sldMk cId="2324110844" sldId="2145703949"/>
            <ac:spMk id="11" creationId="{2BB07BBC-0474-91C1-9AF8-96D63721E596}"/>
          </ac:spMkLst>
        </pc:spChg>
        <pc:spChg chg="add mod">
          <ac:chgData name="Geraldine TEULERE" userId="c6c56a49-8881-4953-b348-a18c5dbb4be9" providerId="ADAL" clId="{66C50865-3751-4531-8C37-60CC028C1A20}" dt="2024-07-15T10:04:05.745" v="1308" actId="1076"/>
          <ac:spMkLst>
            <pc:docMk/>
            <pc:sldMk cId="2324110844" sldId="2145703949"/>
            <ac:spMk id="12" creationId="{D4CEC0BF-10DC-1ABC-3E90-82FDDA2FEFD6}"/>
          </ac:spMkLst>
        </pc:spChg>
        <pc:spChg chg="add del mod">
          <ac:chgData name="Geraldine TEULERE" userId="c6c56a49-8881-4953-b348-a18c5dbb4be9" providerId="ADAL" clId="{66C50865-3751-4531-8C37-60CC028C1A20}" dt="2024-07-09T13:00:24.058" v="968" actId="478"/>
          <ac:spMkLst>
            <pc:docMk/>
            <pc:sldMk cId="2324110844" sldId="2145703949"/>
            <ac:spMk id="15" creationId="{06A2C950-19E1-FA0D-F2D9-FFA6201E3D3E}"/>
          </ac:spMkLst>
        </pc:spChg>
        <pc:spChg chg="add mod">
          <ac:chgData name="Geraldine TEULERE" userId="c6c56a49-8881-4953-b348-a18c5dbb4be9" providerId="ADAL" clId="{66C50865-3751-4531-8C37-60CC028C1A20}" dt="2024-07-15T10:08:26.870" v="1396" actId="207"/>
          <ac:spMkLst>
            <pc:docMk/>
            <pc:sldMk cId="2324110844" sldId="2145703949"/>
            <ac:spMk id="15" creationId="{BAB7C044-0E7E-6722-AE68-32891FD2BAD4}"/>
          </ac:spMkLst>
        </pc:spChg>
        <pc:spChg chg="add mod">
          <ac:chgData name="Geraldine TEULERE" userId="c6c56a49-8881-4953-b348-a18c5dbb4be9" providerId="ADAL" clId="{66C50865-3751-4531-8C37-60CC028C1A20}" dt="2024-07-15T10:04:33.160" v="1311" actId="1076"/>
          <ac:spMkLst>
            <pc:docMk/>
            <pc:sldMk cId="2324110844" sldId="2145703949"/>
            <ac:spMk id="16" creationId="{4B1DD7D8-2CE6-390A-26B1-01481D0AAB98}"/>
          </ac:spMkLst>
        </pc:spChg>
        <pc:spChg chg="add mod">
          <ac:chgData name="Geraldine TEULERE" userId="c6c56a49-8881-4953-b348-a18c5dbb4be9" providerId="ADAL" clId="{66C50865-3751-4531-8C37-60CC028C1A20}" dt="2024-07-15T10:05:35.462" v="1324" actId="14100"/>
          <ac:spMkLst>
            <pc:docMk/>
            <pc:sldMk cId="2324110844" sldId="2145703949"/>
            <ac:spMk id="17" creationId="{27A44313-FE3B-8FE3-42F7-38ED5BF7E508}"/>
          </ac:spMkLst>
        </pc:spChg>
        <pc:spChg chg="add mod">
          <ac:chgData name="Geraldine TEULERE" userId="c6c56a49-8881-4953-b348-a18c5dbb4be9" providerId="ADAL" clId="{66C50865-3751-4531-8C37-60CC028C1A20}" dt="2024-07-15T09:39:31.586" v="1292" actId="688"/>
          <ac:spMkLst>
            <pc:docMk/>
            <pc:sldMk cId="2324110844" sldId="2145703949"/>
            <ac:spMk id="19" creationId="{4CC49331-146B-C0F4-7658-F16F221F0D90}"/>
          </ac:spMkLst>
        </pc:spChg>
        <pc:spChg chg="add mod">
          <ac:chgData name="Geraldine TEULERE" userId="c6c56a49-8881-4953-b348-a18c5dbb4be9" providerId="ADAL" clId="{66C50865-3751-4531-8C37-60CC028C1A20}" dt="2024-07-15T10:08:55.303" v="1400" actId="14100"/>
          <ac:spMkLst>
            <pc:docMk/>
            <pc:sldMk cId="2324110844" sldId="2145703949"/>
            <ac:spMk id="20" creationId="{FCED2B96-B67F-FB86-324D-3458C7746B44}"/>
          </ac:spMkLst>
        </pc:spChg>
        <pc:spChg chg="add mod">
          <ac:chgData name="Geraldine TEULERE" userId="c6c56a49-8881-4953-b348-a18c5dbb4be9" providerId="ADAL" clId="{66C50865-3751-4531-8C37-60CC028C1A20}" dt="2024-07-15T10:07:03.614" v="1384" actId="20577"/>
          <ac:spMkLst>
            <pc:docMk/>
            <pc:sldMk cId="2324110844" sldId="2145703949"/>
            <ac:spMk id="21" creationId="{47C61B33-D658-2A6A-C519-B12867D77B76}"/>
          </ac:spMkLst>
        </pc:spChg>
        <pc:spChg chg="mod">
          <ac:chgData name="Geraldine TEULERE" userId="c6c56a49-8881-4953-b348-a18c5dbb4be9" providerId="ADAL" clId="{66C50865-3751-4531-8C37-60CC028C1A20}" dt="2024-07-15T10:06:19.780" v="1333" actId="1076"/>
          <ac:spMkLst>
            <pc:docMk/>
            <pc:sldMk cId="2324110844" sldId="2145703949"/>
            <ac:spMk id="27" creationId="{6485D2FD-E6D1-2A72-8067-48B28495B276}"/>
          </ac:spMkLst>
        </pc:spChg>
        <pc:spChg chg="mod">
          <ac:chgData name="Geraldine TEULERE" userId="c6c56a49-8881-4953-b348-a18c5dbb4be9" providerId="ADAL" clId="{66C50865-3751-4531-8C37-60CC028C1A20}" dt="2024-07-15T10:05:27.295" v="1321" actId="1076"/>
          <ac:spMkLst>
            <pc:docMk/>
            <pc:sldMk cId="2324110844" sldId="2145703949"/>
            <ac:spMk id="28" creationId="{8D70B1FB-3643-3754-AF55-2E2F0DD61023}"/>
          </ac:spMkLst>
        </pc:spChg>
        <pc:spChg chg="mod">
          <ac:chgData name="Geraldine TEULERE" userId="c6c56a49-8881-4953-b348-a18c5dbb4be9" providerId="ADAL" clId="{66C50865-3751-4531-8C37-60CC028C1A20}" dt="2024-07-15T10:04:33.160" v="1311" actId="1076"/>
          <ac:spMkLst>
            <pc:docMk/>
            <pc:sldMk cId="2324110844" sldId="2145703949"/>
            <ac:spMk id="29" creationId="{6FD33A00-61F1-C00C-8205-6E5D92CA858A}"/>
          </ac:spMkLst>
        </pc:spChg>
        <pc:spChg chg="mod">
          <ac:chgData name="Geraldine TEULERE" userId="c6c56a49-8881-4953-b348-a18c5dbb4be9" providerId="ADAL" clId="{66C50865-3751-4531-8C37-60CC028C1A20}" dt="2024-07-15T10:04:33.160" v="1311" actId="1076"/>
          <ac:spMkLst>
            <pc:docMk/>
            <pc:sldMk cId="2324110844" sldId="2145703949"/>
            <ac:spMk id="30" creationId="{18344FC2-95C1-27DE-4F8A-5196A63BAF42}"/>
          </ac:spMkLst>
        </pc:spChg>
        <pc:spChg chg="mod">
          <ac:chgData name="Geraldine TEULERE" userId="c6c56a49-8881-4953-b348-a18c5dbb4be9" providerId="ADAL" clId="{66C50865-3751-4531-8C37-60CC028C1A20}" dt="2024-07-15T09:40:36.688" v="1294" actId="207"/>
          <ac:spMkLst>
            <pc:docMk/>
            <pc:sldMk cId="2324110844" sldId="2145703949"/>
            <ac:spMk id="70" creationId="{145BF6EE-C5F2-4C3B-BAC5-36A984900B38}"/>
          </ac:spMkLst>
        </pc:spChg>
        <pc:spChg chg="mod">
          <ac:chgData name="Geraldine TEULERE" userId="c6c56a49-8881-4953-b348-a18c5dbb4be9" providerId="ADAL" clId="{66C50865-3751-4531-8C37-60CC028C1A20}" dt="2024-07-15T10:03:56.789" v="1307" actId="1076"/>
          <ac:spMkLst>
            <pc:docMk/>
            <pc:sldMk cId="2324110844" sldId="2145703949"/>
            <ac:spMk id="79" creationId="{DD8AC131-640C-F76E-D14B-F65E38357F74}"/>
          </ac:spMkLst>
        </pc:spChg>
        <pc:spChg chg="mod">
          <ac:chgData name="Geraldine TEULERE" userId="c6c56a49-8881-4953-b348-a18c5dbb4be9" providerId="ADAL" clId="{66C50865-3751-4531-8C37-60CC028C1A20}" dt="2024-07-15T10:03:38.476" v="1305" actId="1076"/>
          <ac:spMkLst>
            <pc:docMk/>
            <pc:sldMk cId="2324110844" sldId="2145703949"/>
            <ac:spMk id="81" creationId="{945B12B5-B44A-D39C-5E65-38D176FFCFBC}"/>
          </ac:spMkLst>
        </pc:spChg>
        <pc:spChg chg="mod">
          <ac:chgData name="Geraldine TEULERE" userId="c6c56a49-8881-4953-b348-a18c5dbb4be9" providerId="ADAL" clId="{66C50865-3751-4531-8C37-60CC028C1A20}" dt="2024-07-15T10:05:06.728" v="1318" actId="1076"/>
          <ac:spMkLst>
            <pc:docMk/>
            <pc:sldMk cId="2324110844" sldId="2145703949"/>
            <ac:spMk id="82" creationId="{47386008-EE7A-8299-6301-67BF6203915B}"/>
          </ac:spMkLst>
        </pc:spChg>
        <pc:spChg chg="mod">
          <ac:chgData name="Geraldine TEULERE" userId="c6c56a49-8881-4953-b348-a18c5dbb4be9" providerId="ADAL" clId="{66C50865-3751-4531-8C37-60CC028C1A20}" dt="2024-07-15T10:03:40.857" v="1306" actId="14100"/>
          <ac:spMkLst>
            <pc:docMk/>
            <pc:sldMk cId="2324110844" sldId="2145703949"/>
            <ac:spMk id="103" creationId="{BFE19C12-C3EC-05C9-723B-A66670380BF6}"/>
          </ac:spMkLst>
        </pc:spChg>
        <pc:picChg chg="add mod">
          <ac:chgData name="Geraldine TEULERE" userId="c6c56a49-8881-4953-b348-a18c5dbb4be9" providerId="ADAL" clId="{66C50865-3751-4531-8C37-60CC028C1A20}" dt="2024-07-15T09:39:56.846" v="1293" actId="1076"/>
          <ac:picMkLst>
            <pc:docMk/>
            <pc:sldMk cId="2324110844" sldId="2145703949"/>
            <ac:picMk id="9" creationId="{2DF8112E-F90B-E2AF-699B-D921EC79F9B8}"/>
          </ac:picMkLst>
        </pc:picChg>
        <pc:cxnChg chg="mod">
          <ac:chgData name="Geraldine TEULERE" userId="c6c56a49-8881-4953-b348-a18c5dbb4be9" providerId="ADAL" clId="{66C50865-3751-4531-8C37-60CC028C1A20}" dt="2024-07-15T09:40:48.123" v="1296" actId="208"/>
          <ac:cxnSpMkLst>
            <pc:docMk/>
            <pc:sldMk cId="2324110844" sldId="2145703949"/>
            <ac:cxnSpMk id="3" creationId="{E224B1A9-4B89-5646-D8D8-909D0E745593}"/>
          </ac:cxnSpMkLst>
        </pc:cxnChg>
        <pc:cxnChg chg="mod">
          <ac:chgData name="Geraldine TEULERE" userId="c6c56a49-8881-4953-b348-a18c5dbb4be9" providerId="ADAL" clId="{66C50865-3751-4531-8C37-60CC028C1A20}" dt="2024-07-15T09:40:48.123" v="1296" actId="208"/>
          <ac:cxnSpMkLst>
            <pc:docMk/>
            <pc:sldMk cId="2324110844" sldId="2145703949"/>
            <ac:cxnSpMk id="13" creationId="{1BB4885C-871A-45AB-8593-CAD2086797BA}"/>
          </ac:cxnSpMkLst>
        </pc:cxnChg>
        <pc:cxnChg chg="add mod">
          <ac:chgData name="Geraldine TEULERE" userId="c6c56a49-8881-4953-b348-a18c5dbb4be9" providerId="ADAL" clId="{66C50865-3751-4531-8C37-60CC028C1A20}" dt="2024-07-15T09:39:03.485" v="1284" actId="208"/>
          <ac:cxnSpMkLst>
            <pc:docMk/>
            <pc:sldMk cId="2324110844" sldId="2145703949"/>
            <ac:cxnSpMk id="18" creationId="{D2BFB7DA-67CC-66CE-771B-2230EBB2403A}"/>
          </ac:cxnSpMkLst>
        </pc:cxnChg>
      </pc:sldChg>
      <pc:sldChg chg="delSp add del mod">
        <pc:chgData name="Geraldine TEULERE" userId="c6c56a49-8881-4953-b348-a18c5dbb4be9" providerId="ADAL" clId="{66C50865-3751-4531-8C37-60CC028C1A20}" dt="2024-07-15T09:33:11.197" v="1089" actId="2696"/>
        <pc:sldMkLst>
          <pc:docMk/>
          <pc:sldMk cId="2293211495" sldId="2145703950"/>
        </pc:sldMkLst>
        <pc:spChg chg="del">
          <ac:chgData name="Geraldine TEULERE" userId="c6c56a49-8881-4953-b348-a18c5dbb4be9" providerId="ADAL" clId="{66C50865-3751-4531-8C37-60CC028C1A20}" dt="2024-07-09T13:05:02.852" v="1029" actId="478"/>
          <ac:spMkLst>
            <pc:docMk/>
            <pc:sldMk cId="2293211495" sldId="2145703950"/>
            <ac:spMk id="7" creationId="{E945248B-3547-4104-EC3C-694112401A81}"/>
          </ac:spMkLst>
        </pc:spChg>
        <pc:spChg chg="del">
          <ac:chgData name="Geraldine TEULERE" userId="c6c56a49-8881-4953-b348-a18c5dbb4be9" providerId="ADAL" clId="{66C50865-3751-4531-8C37-60CC028C1A20}" dt="2024-07-09T13:05:02.852" v="1029" actId="478"/>
          <ac:spMkLst>
            <pc:docMk/>
            <pc:sldMk cId="2293211495" sldId="2145703950"/>
            <ac:spMk id="10" creationId="{D03F27C3-0888-A70B-ABCC-C4A6AB89F4B2}"/>
          </ac:spMkLst>
        </pc:spChg>
        <pc:spChg chg="del">
          <ac:chgData name="Geraldine TEULERE" userId="c6c56a49-8881-4953-b348-a18c5dbb4be9" providerId="ADAL" clId="{66C50865-3751-4531-8C37-60CC028C1A20}" dt="2024-07-09T13:05:02.852" v="1029" actId="478"/>
          <ac:spMkLst>
            <pc:docMk/>
            <pc:sldMk cId="2293211495" sldId="2145703950"/>
            <ac:spMk id="11" creationId="{2BB07BBC-0474-91C1-9AF8-96D63721E596}"/>
          </ac:spMkLst>
        </pc:spChg>
        <pc:spChg chg="del">
          <ac:chgData name="Geraldine TEULERE" userId="c6c56a49-8881-4953-b348-a18c5dbb4be9" providerId="ADAL" clId="{66C50865-3751-4531-8C37-60CC028C1A20}" dt="2024-07-09T13:05:02.852" v="1029" actId="478"/>
          <ac:spMkLst>
            <pc:docMk/>
            <pc:sldMk cId="2293211495" sldId="2145703950"/>
            <ac:spMk id="12" creationId="{D4CEC0BF-10DC-1ABC-3E90-82FDDA2FEFD6}"/>
          </ac:spMkLst>
        </pc:spChg>
        <pc:spChg chg="del">
          <ac:chgData name="Geraldine TEULERE" userId="c6c56a49-8881-4953-b348-a18c5dbb4be9" providerId="ADAL" clId="{66C50865-3751-4531-8C37-60CC028C1A20}" dt="2024-07-09T13:05:02.852" v="1029" actId="478"/>
          <ac:spMkLst>
            <pc:docMk/>
            <pc:sldMk cId="2293211495" sldId="2145703950"/>
            <ac:spMk id="16" creationId="{4B1DD7D8-2CE6-390A-26B1-01481D0AAB98}"/>
          </ac:spMkLst>
        </pc:spChg>
        <pc:spChg chg="del">
          <ac:chgData name="Geraldine TEULERE" userId="c6c56a49-8881-4953-b348-a18c5dbb4be9" providerId="ADAL" clId="{66C50865-3751-4531-8C37-60CC028C1A20}" dt="2024-07-09T13:05:02.852" v="1029" actId="478"/>
          <ac:spMkLst>
            <pc:docMk/>
            <pc:sldMk cId="2293211495" sldId="2145703950"/>
            <ac:spMk id="17" creationId="{27A44313-FE3B-8FE3-42F7-38ED5BF7E508}"/>
          </ac:spMkLst>
        </pc:spChg>
        <pc:picChg chg="del">
          <ac:chgData name="Geraldine TEULERE" userId="c6c56a49-8881-4953-b348-a18c5dbb4be9" providerId="ADAL" clId="{66C50865-3751-4531-8C37-60CC028C1A20}" dt="2024-07-09T13:05:02.852" v="1029" actId="478"/>
          <ac:picMkLst>
            <pc:docMk/>
            <pc:sldMk cId="2293211495" sldId="2145703950"/>
            <ac:picMk id="9" creationId="{2DF8112E-F90B-E2AF-699B-D921EC79F9B8}"/>
          </ac:picMkLst>
        </pc:picChg>
      </pc:sldChg>
      <pc:sldChg chg="addSp delSp modSp add del mod ord">
        <pc:chgData name="Geraldine TEULERE" userId="c6c56a49-8881-4953-b348-a18c5dbb4be9" providerId="ADAL" clId="{66C50865-3751-4531-8C37-60CC028C1A20}" dt="2024-07-15T10:10:15.751" v="1576" actId="2696"/>
        <pc:sldMkLst>
          <pc:docMk/>
          <pc:sldMk cId="1982026722" sldId="2145703951"/>
        </pc:sldMkLst>
        <pc:spChg chg="mod">
          <ac:chgData name="Geraldine TEULERE" userId="c6c56a49-8881-4953-b348-a18c5dbb4be9" providerId="ADAL" clId="{66C50865-3751-4531-8C37-60CC028C1A20}" dt="2024-07-15T09:35:27.473" v="1222" actId="207"/>
          <ac:spMkLst>
            <pc:docMk/>
            <pc:sldMk cId="1982026722" sldId="2145703951"/>
            <ac:spMk id="5" creationId="{1978CD18-B7C3-4753-06EB-83A29D2863BA}"/>
          </ac:spMkLst>
        </pc:spChg>
        <pc:spChg chg="mod">
          <ac:chgData name="Geraldine TEULERE" userId="c6c56a49-8881-4953-b348-a18c5dbb4be9" providerId="ADAL" clId="{66C50865-3751-4531-8C37-60CC028C1A20}" dt="2024-07-15T09:35:32.593" v="1227" actId="20577"/>
          <ac:spMkLst>
            <pc:docMk/>
            <pc:sldMk cId="1982026722" sldId="2145703951"/>
            <ac:spMk id="7" creationId="{E945248B-3547-4104-EC3C-694112401A81}"/>
          </ac:spMkLst>
        </pc:spChg>
        <pc:spChg chg="mod">
          <ac:chgData name="Geraldine TEULERE" userId="c6c56a49-8881-4953-b348-a18c5dbb4be9" providerId="ADAL" clId="{66C50865-3751-4531-8C37-60CC028C1A20}" dt="2024-07-15T10:03:20.190" v="1303" actId="1076"/>
          <ac:spMkLst>
            <pc:docMk/>
            <pc:sldMk cId="1982026722" sldId="2145703951"/>
            <ac:spMk id="10" creationId="{D03F27C3-0888-A70B-ABCC-C4A6AB89F4B2}"/>
          </ac:spMkLst>
        </pc:spChg>
        <pc:spChg chg="mod">
          <ac:chgData name="Geraldine TEULERE" userId="c6c56a49-8881-4953-b348-a18c5dbb4be9" providerId="ADAL" clId="{66C50865-3751-4531-8C37-60CC028C1A20}" dt="2024-07-15T09:33:43.463" v="1132" actId="20577"/>
          <ac:spMkLst>
            <pc:docMk/>
            <pc:sldMk cId="1982026722" sldId="2145703951"/>
            <ac:spMk id="11" creationId="{2BB07BBC-0474-91C1-9AF8-96D63721E596}"/>
          </ac:spMkLst>
        </pc:spChg>
        <pc:spChg chg="mod">
          <ac:chgData name="Geraldine TEULERE" userId="c6c56a49-8881-4953-b348-a18c5dbb4be9" providerId="ADAL" clId="{66C50865-3751-4531-8C37-60CC028C1A20}" dt="2024-07-15T09:33:38.523" v="1127" actId="20577"/>
          <ac:spMkLst>
            <pc:docMk/>
            <pc:sldMk cId="1982026722" sldId="2145703951"/>
            <ac:spMk id="12" creationId="{D4CEC0BF-10DC-1ABC-3E90-82FDDA2FEFD6}"/>
          </ac:spMkLst>
        </pc:spChg>
        <pc:spChg chg="mod">
          <ac:chgData name="Geraldine TEULERE" userId="c6c56a49-8881-4953-b348-a18c5dbb4be9" providerId="ADAL" clId="{66C50865-3751-4531-8C37-60CC028C1A20}" dt="2024-07-15T09:33:32.264" v="1108" actId="20577"/>
          <ac:spMkLst>
            <pc:docMk/>
            <pc:sldMk cId="1982026722" sldId="2145703951"/>
            <ac:spMk id="16" creationId="{4B1DD7D8-2CE6-390A-26B1-01481D0AAB98}"/>
          </ac:spMkLst>
        </pc:spChg>
        <pc:spChg chg="add del mod">
          <ac:chgData name="Geraldine TEULERE" userId="c6c56a49-8881-4953-b348-a18c5dbb4be9" providerId="ADAL" clId="{66C50865-3751-4531-8C37-60CC028C1A20}" dt="2024-07-15T09:33:27.568" v="1100" actId="20577"/>
          <ac:spMkLst>
            <pc:docMk/>
            <pc:sldMk cId="1982026722" sldId="2145703951"/>
            <ac:spMk id="17" creationId="{27A44313-FE3B-8FE3-42F7-38ED5BF7E508}"/>
          </ac:spMkLst>
        </pc:spChg>
        <pc:spChg chg="mod">
          <ac:chgData name="Geraldine TEULERE" userId="c6c56a49-8881-4953-b348-a18c5dbb4be9" providerId="ADAL" clId="{66C50865-3751-4531-8C37-60CC028C1A20}" dt="2024-07-15T09:41:32.244" v="1301" actId="207"/>
          <ac:spMkLst>
            <pc:docMk/>
            <pc:sldMk cId="1982026722" sldId="2145703951"/>
            <ac:spMk id="28" creationId="{8D70B1FB-3643-3754-AF55-2E2F0DD61023}"/>
          </ac:spMkLst>
        </pc:spChg>
        <pc:spChg chg="mod">
          <ac:chgData name="Geraldine TEULERE" userId="c6c56a49-8881-4953-b348-a18c5dbb4be9" providerId="ADAL" clId="{66C50865-3751-4531-8C37-60CC028C1A20}" dt="2024-07-15T09:35:28.196" v="1224" actId="207"/>
          <ac:spMkLst>
            <pc:docMk/>
            <pc:sldMk cId="1982026722" sldId="2145703951"/>
            <ac:spMk id="30" creationId="{18344FC2-95C1-27DE-4F8A-5196A63BAF42}"/>
          </ac:spMkLst>
        </pc:spChg>
        <pc:spChg chg="mod">
          <ac:chgData name="Geraldine TEULERE" userId="c6c56a49-8881-4953-b348-a18c5dbb4be9" providerId="ADAL" clId="{66C50865-3751-4531-8C37-60CC028C1A20}" dt="2024-07-15T09:41:08.791" v="1298" actId="207"/>
          <ac:spMkLst>
            <pc:docMk/>
            <pc:sldMk cId="1982026722" sldId="2145703951"/>
            <ac:spMk id="70" creationId="{145BF6EE-C5F2-4C3B-BAC5-36A984900B38}"/>
          </ac:spMkLst>
        </pc:spChg>
        <pc:spChg chg="mod">
          <ac:chgData name="Geraldine TEULERE" userId="c6c56a49-8881-4953-b348-a18c5dbb4be9" providerId="ADAL" clId="{66C50865-3751-4531-8C37-60CC028C1A20}" dt="2024-07-15T09:36:33.651" v="1243" actId="14100"/>
          <ac:spMkLst>
            <pc:docMk/>
            <pc:sldMk cId="1982026722" sldId="2145703951"/>
            <ac:spMk id="79" creationId="{DD8AC131-640C-F76E-D14B-F65E38357F74}"/>
          </ac:spMkLst>
        </pc:spChg>
        <pc:spChg chg="mod">
          <ac:chgData name="Geraldine TEULERE" userId="c6c56a49-8881-4953-b348-a18c5dbb4be9" providerId="ADAL" clId="{66C50865-3751-4531-8C37-60CC028C1A20}" dt="2024-07-15T09:35:26.731" v="1220" actId="207"/>
          <ac:spMkLst>
            <pc:docMk/>
            <pc:sldMk cId="1982026722" sldId="2145703951"/>
            <ac:spMk id="81" creationId="{945B12B5-B44A-D39C-5E65-38D176FFCFBC}"/>
          </ac:spMkLst>
        </pc:spChg>
        <pc:spChg chg="mod">
          <ac:chgData name="Geraldine TEULERE" userId="c6c56a49-8881-4953-b348-a18c5dbb4be9" providerId="ADAL" clId="{66C50865-3751-4531-8C37-60CC028C1A20}" dt="2024-07-15T09:35:26.220" v="1219" actId="207"/>
          <ac:spMkLst>
            <pc:docMk/>
            <pc:sldMk cId="1982026722" sldId="2145703951"/>
            <ac:spMk id="82" creationId="{47386008-EE7A-8299-6301-67BF6203915B}"/>
          </ac:spMkLst>
        </pc:spChg>
        <pc:picChg chg="del">
          <ac:chgData name="Geraldine TEULERE" userId="c6c56a49-8881-4953-b348-a18c5dbb4be9" providerId="ADAL" clId="{66C50865-3751-4531-8C37-60CC028C1A20}" dt="2024-07-15T09:33:48.784" v="1139" actId="478"/>
          <ac:picMkLst>
            <pc:docMk/>
            <pc:sldMk cId="1982026722" sldId="2145703951"/>
            <ac:picMk id="9" creationId="{2DF8112E-F90B-E2AF-699B-D921EC79F9B8}"/>
          </ac:picMkLst>
        </pc:picChg>
        <pc:cxnChg chg="mod">
          <ac:chgData name="Geraldine TEULERE" userId="c6c56a49-8881-4953-b348-a18c5dbb4be9" providerId="ADAL" clId="{66C50865-3751-4531-8C37-60CC028C1A20}" dt="2024-07-15T09:41:19.660" v="1300" actId="208"/>
          <ac:cxnSpMkLst>
            <pc:docMk/>
            <pc:sldMk cId="1982026722" sldId="2145703951"/>
            <ac:cxnSpMk id="3" creationId="{E224B1A9-4B89-5646-D8D8-909D0E745593}"/>
          </ac:cxnSpMkLst>
        </pc:cxnChg>
        <pc:cxnChg chg="mod">
          <ac:chgData name="Geraldine TEULERE" userId="c6c56a49-8881-4953-b348-a18c5dbb4be9" providerId="ADAL" clId="{66C50865-3751-4531-8C37-60CC028C1A20}" dt="2024-07-15T09:41:14.758" v="1299" actId="208"/>
          <ac:cxnSpMkLst>
            <pc:docMk/>
            <pc:sldMk cId="1982026722" sldId="2145703951"/>
            <ac:cxnSpMk id="13" creationId="{1BB4885C-871A-45AB-8593-CAD2086797BA}"/>
          </ac:cxnSpMkLst>
        </pc:cxnChg>
      </pc:sldChg>
      <pc:sldChg chg="delSp modSp add mod">
        <pc:chgData name="Geraldine TEULERE" userId="c6c56a49-8881-4953-b348-a18c5dbb4be9" providerId="ADAL" clId="{66C50865-3751-4531-8C37-60CC028C1A20}" dt="2024-07-15T10:10:07.949" v="1575" actId="20577"/>
        <pc:sldMkLst>
          <pc:docMk/>
          <pc:sldMk cId="88436645" sldId="2145703952"/>
        </pc:sldMkLst>
        <pc:spChg chg="mod">
          <ac:chgData name="Geraldine TEULERE" userId="c6c56a49-8881-4953-b348-a18c5dbb4be9" providerId="ADAL" clId="{66C50865-3751-4531-8C37-60CC028C1A20}" dt="2024-07-15T10:10:07.949" v="1575" actId="20577"/>
          <ac:spMkLst>
            <pc:docMk/>
            <pc:sldMk cId="88436645" sldId="2145703952"/>
            <ac:spMk id="7" creationId="{E945248B-3547-4104-EC3C-694112401A81}"/>
          </ac:spMkLst>
        </pc:spChg>
        <pc:spChg chg="mod">
          <ac:chgData name="Geraldine TEULERE" userId="c6c56a49-8881-4953-b348-a18c5dbb4be9" providerId="ADAL" clId="{66C50865-3751-4531-8C37-60CC028C1A20}" dt="2024-07-15T10:09:58.206" v="1488" actId="20577"/>
          <ac:spMkLst>
            <pc:docMk/>
            <pc:sldMk cId="88436645" sldId="2145703952"/>
            <ac:spMk id="10" creationId="{D03F27C3-0888-A70B-ABCC-C4A6AB89F4B2}"/>
          </ac:spMkLst>
        </pc:spChg>
        <pc:spChg chg="mod">
          <ac:chgData name="Geraldine TEULERE" userId="c6c56a49-8881-4953-b348-a18c5dbb4be9" providerId="ADAL" clId="{66C50865-3751-4531-8C37-60CC028C1A20}" dt="2024-07-15T10:09:53.779" v="1471" actId="20577"/>
          <ac:spMkLst>
            <pc:docMk/>
            <pc:sldMk cId="88436645" sldId="2145703952"/>
            <ac:spMk id="11" creationId="{2BB07BBC-0474-91C1-9AF8-96D63721E596}"/>
          </ac:spMkLst>
        </pc:spChg>
        <pc:spChg chg="mod">
          <ac:chgData name="Geraldine TEULERE" userId="c6c56a49-8881-4953-b348-a18c5dbb4be9" providerId="ADAL" clId="{66C50865-3751-4531-8C37-60CC028C1A20}" dt="2024-07-15T10:09:48.650" v="1464" actId="20577"/>
          <ac:spMkLst>
            <pc:docMk/>
            <pc:sldMk cId="88436645" sldId="2145703952"/>
            <ac:spMk id="12" creationId="{D4CEC0BF-10DC-1ABC-3E90-82FDDA2FEFD6}"/>
          </ac:spMkLst>
        </pc:spChg>
        <pc:spChg chg="mod">
          <ac:chgData name="Geraldine TEULERE" userId="c6c56a49-8881-4953-b348-a18c5dbb4be9" providerId="ADAL" clId="{66C50865-3751-4531-8C37-60CC028C1A20}" dt="2024-07-15T10:09:41.184" v="1441" actId="20577"/>
          <ac:spMkLst>
            <pc:docMk/>
            <pc:sldMk cId="88436645" sldId="2145703952"/>
            <ac:spMk id="16" creationId="{4B1DD7D8-2CE6-390A-26B1-01481D0AAB98}"/>
          </ac:spMkLst>
        </pc:spChg>
        <pc:spChg chg="mod">
          <ac:chgData name="Geraldine TEULERE" userId="c6c56a49-8881-4953-b348-a18c5dbb4be9" providerId="ADAL" clId="{66C50865-3751-4531-8C37-60CC028C1A20}" dt="2024-07-15T10:09:37.633" v="1433" actId="20577"/>
          <ac:spMkLst>
            <pc:docMk/>
            <pc:sldMk cId="88436645" sldId="2145703952"/>
            <ac:spMk id="17" creationId="{27A44313-FE3B-8FE3-42F7-38ED5BF7E508}"/>
          </ac:spMkLst>
        </pc:spChg>
        <pc:spChg chg="del mod">
          <ac:chgData name="Geraldine TEULERE" userId="c6c56a49-8881-4953-b348-a18c5dbb4be9" providerId="ADAL" clId="{66C50865-3751-4531-8C37-60CC028C1A20}" dt="2024-07-15T10:09:22.950" v="1404" actId="478"/>
          <ac:spMkLst>
            <pc:docMk/>
            <pc:sldMk cId="88436645" sldId="2145703952"/>
            <ac:spMk id="19" creationId="{4CC49331-146B-C0F4-7658-F16F221F0D90}"/>
          </ac:spMkLst>
        </pc:spChg>
        <pc:spChg chg="mod">
          <ac:chgData name="Geraldine TEULERE" userId="c6c56a49-8881-4953-b348-a18c5dbb4be9" providerId="ADAL" clId="{66C50865-3751-4531-8C37-60CC028C1A20}" dt="2024-07-15T10:09:34.481" v="1426" actId="20577"/>
          <ac:spMkLst>
            <pc:docMk/>
            <pc:sldMk cId="88436645" sldId="2145703952"/>
            <ac:spMk id="20" creationId="{FCED2B96-B67F-FB86-324D-3458C7746B44}"/>
          </ac:spMkLst>
        </pc:spChg>
        <pc:picChg chg="del">
          <ac:chgData name="Geraldine TEULERE" userId="c6c56a49-8881-4953-b348-a18c5dbb4be9" providerId="ADAL" clId="{66C50865-3751-4531-8C37-60CC028C1A20}" dt="2024-07-15T10:09:59.550" v="1489" actId="478"/>
          <ac:picMkLst>
            <pc:docMk/>
            <pc:sldMk cId="88436645" sldId="2145703952"/>
            <ac:picMk id="9" creationId="{2DF8112E-F90B-E2AF-699B-D921EC79F9B8}"/>
          </ac:picMkLst>
        </pc:picChg>
        <pc:cxnChg chg="del">
          <ac:chgData name="Geraldine TEULERE" userId="c6c56a49-8881-4953-b348-a18c5dbb4be9" providerId="ADAL" clId="{66C50865-3751-4531-8C37-60CC028C1A20}" dt="2024-07-15T10:09:20.681" v="1403" actId="478"/>
          <ac:cxnSpMkLst>
            <pc:docMk/>
            <pc:sldMk cId="88436645" sldId="2145703952"/>
            <ac:cxnSpMk id="18" creationId="{D2BFB7DA-67CC-66CE-771B-2230EBB2403A}"/>
          </ac:cxnSpMkLst>
        </pc:cxnChg>
      </pc:sldChg>
      <pc:sldMasterChg chg="delSldLayout">
        <pc:chgData name="Geraldine TEULERE" userId="c6c56a49-8881-4953-b348-a18c5dbb4be9" providerId="ADAL" clId="{66C50865-3751-4531-8C37-60CC028C1A20}" dt="2024-07-09T12:33:29.836" v="707" actId="47"/>
        <pc:sldMasterMkLst>
          <pc:docMk/>
          <pc:sldMasterMk cId="2528644694" sldId="2147483660"/>
        </pc:sldMasterMkLst>
        <pc:sldLayoutChg chg="del">
          <pc:chgData name="Geraldine TEULERE" userId="c6c56a49-8881-4953-b348-a18c5dbb4be9" providerId="ADAL" clId="{66C50865-3751-4531-8C37-60CC028C1A20}" dt="2024-07-09T12:33:29.836" v="707" actId="47"/>
          <pc:sldLayoutMkLst>
            <pc:docMk/>
            <pc:sldMasterMk cId="2528644694" sldId="2147483660"/>
            <pc:sldLayoutMk cId="57544109" sldId="2147483670"/>
          </pc:sldLayoutMkLst>
        </pc:sldLayoutChg>
      </pc:sldMasterChg>
      <pc:sldMasterChg chg="del delSldLayout">
        <pc:chgData name="Geraldine TEULERE" userId="c6c56a49-8881-4953-b348-a18c5dbb4be9" providerId="ADAL" clId="{66C50865-3751-4531-8C37-60CC028C1A20}" dt="2024-07-15T09:32:40.031" v="1087" actId="2696"/>
        <pc:sldMasterMkLst>
          <pc:docMk/>
          <pc:sldMasterMk cId="2108917034" sldId="2147483670"/>
        </pc:sldMasterMkLst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816416667" sldId="2147483671"/>
          </pc:sldLayoutMkLst>
        </pc:sldLayoutChg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1622341138" sldId="2147483672"/>
          </pc:sldLayoutMkLst>
        </pc:sldLayoutChg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2176658382" sldId="2147483673"/>
          </pc:sldLayoutMkLst>
        </pc:sldLayoutChg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831482028" sldId="2147483674"/>
          </pc:sldLayoutMkLst>
        </pc:sldLayoutChg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627041894" sldId="2147483675"/>
          </pc:sldLayoutMkLst>
        </pc:sldLayoutChg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1315841870" sldId="2147483676"/>
          </pc:sldLayoutMkLst>
        </pc:sldLayoutChg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4057239976" sldId="2147483677"/>
          </pc:sldLayoutMkLst>
        </pc:sldLayoutChg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3494260297" sldId="2147483678"/>
          </pc:sldLayoutMkLst>
        </pc:sldLayoutChg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3609914886" sldId="2147483679"/>
          </pc:sldLayoutMkLst>
        </pc:sldLayoutChg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3665837304" sldId="2147483680"/>
          </pc:sldLayoutMkLst>
        </pc:sldLayoutChg>
        <pc:sldLayoutChg chg="del">
          <pc:chgData name="Geraldine TEULERE" userId="c6c56a49-8881-4953-b348-a18c5dbb4be9" providerId="ADAL" clId="{66C50865-3751-4531-8C37-60CC028C1A20}" dt="2024-07-15T09:32:40.031" v="1087" actId="2696"/>
          <pc:sldLayoutMkLst>
            <pc:docMk/>
            <pc:sldMasterMk cId="2108917034" sldId="2147483670"/>
            <pc:sldLayoutMk cId="3119604890" sldId="214748368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C0AA8-2DB8-4E03-B36B-5693CA3FABFB}" type="datetimeFigureOut">
              <a:rPr lang="fr-FR" smtClean="0"/>
              <a:t>06/12/2024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6B13-EF7C-4F1A-BB89-E50C896555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985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21021F-FB38-4EFC-9E4B-381CC57D057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0812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21021F-FB38-4EFC-9E4B-381CC57D057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31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CC9C48B-8F01-477C-A429-B5E465F5632C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67E2D2-7C31-4CEA-8775-7B4E031C034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3475" y="1490401"/>
            <a:ext cx="63612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4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2" y="1708149"/>
            <a:ext cx="11466511" cy="401811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6393509"/>
            <a:ext cx="4670778" cy="197792"/>
          </a:xfrm>
        </p:spPr>
        <p:txBody>
          <a:bodyPr anchor="ctr">
            <a:noAutofit/>
          </a:bodyPr>
          <a:lstStyle>
            <a:lvl1pPr>
              <a:spcBef>
                <a:spcPts val="600"/>
              </a:spcBef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footer text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59999" y="430717"/>
            <a:ext cx="11466875" cy="4041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357188" y="909635"/>
            <a:ext cx="11477331" cy="39687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4275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/>
              <a:pPr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610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57718" y="288925"/>
            <a:ext cx="11469281" cy="41657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 – 20 pt</a:t>
            </a:r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57718" y="739776"/>
            <a:ext cx="11463867" cy="396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Sous-titre – 18 pt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0856384" y="6399213"/>
            <a:ext cx="971549" cy="18256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>
                    <a:lumMod val="50000"/>
                  </a:schemeClr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defRPr>
            </a:lvl9pPr>
          </a:lstStyle>
          <a:p>
            <a:pPr>
              <a:defRPr/>
            </a:pPr>
            <a:fld id="{9B14EAC3-1388-4807-AD29-D3856A31558B}" type="slidenum">
              <a:rPr lang="en-GB" smtClean="0">
                <a:solidFill>
                  <a:srgbClr val="717171">
                    <a:lumMod val="50000"/>
                  </a:srgbClr>
                </a:solidFill>
              </a:rPr>
              <a:pPr>
                <a:defRPr/>
              </a:pPr>
              <a:t>‹N°›</a:t>
            </a:fld>
            <a:endParaRPr lang="en-GB" dirty="0">
              <a:solidFill>
                <a:srgbClr val="717171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195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B932A-F9A4-4379-8F69-FA63BDFA2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47A58-42BF-4A47-A878-643A5CD2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58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55600" y="259267"/>
            <a:ext cx="11466875" cy="404119"/>
          </a:xfrm>
          <a:prstGeom prst="rect">
            <a:avLst/>
          </a:prstGeom>
        </p:spPr>
        <p:txBody>
          <a:bodyPr vert="horz" lIns="90000" tIns="46800" rIns="90000" bIns="46800" rtlCol="0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Heading runs here 20pt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5600" y="738185"/>
            <a:ext cx="11477331" cy="3968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Sub-heading here 18pt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6913" y="6394275"/>
            <a:ext cx="969962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4BEE3-566C-4068-A777-C3A4762E861B}" type="slidenum">
              <a:rPr lang="en-GB" smtClean="0"/>
              <a:pPr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614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 -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974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23386" y="6364566"/>
            <a:ext cx="10585449" cy="404813"/>
          </a:xfrm>
          <a:prstGeom prst="rect">
            <a:avLst/>
          </a:prstGeom>
        </p:spPr>
        <p:txBody>
          <a:bodyPr lIns="87755" tIns="43878" rIns="87755" bIns="43878"/>
          <a:lstStyle/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EA158A-8397-429F-9A45-516357233E18}" type="datetimeFigureOut">
              <a:rPr kumimoji="0" lang="fr-FR" sz="177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913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06/12/2024</a:t>
            </a:fld>
            <a:endParaRPr kumimoji="0" lang="fr-FR" sz="177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635500" y="6624638"/>
            <a:ext cx="3860800" cy="260350"/>
          </a:xfrm>
          <a:prstGeom prst="rect">
            <a:avLst/>
          </a:prstGeom>
        </p:spPr>
        <p:txBody>
          <a:bodyPr lIns="87755" tIns="43878" rIns="87755" bIns="43878"/>
          <a:lstStyle/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7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88924" y="6597650"/>
            <a:ext cx="3420533" cy="260350"/>
          </a:xfrm>
          <a:prstGeom prst="rect">
            <a:avLst/>
          </a:prstGeom>
        </p:spPr>
        <p:txBody>
          <a:bodyPr lIns="87755" tIns="43878" rIns="87755" bIns="43878"/>
          <a:lstStyle/>
          <a:p>
            <a:pPr marL="0" marR="0" lvl="0" indent="0" algn="l" defTabSz="913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8E5C0A-0564-47B5-BF67-1C40333C046A}" type="slidenum">
              <a:rPr kumimoji="0" lang="fr-FR" sz="177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913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77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773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" y="1"/>
            <a:ext cx="823384" cy="40481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AA8E15-4F2B-48B5-AF7A-EF4613929D33}" type="slidenum"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35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271434" y="6381750"/>
            <a:ext cx="2882900" cy="215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Personnaliser le bas de page avec le menu "Insertion / En-tête et pied de page"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013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1425" y="1772816"/>
            <a:ext cx="10767484" cy="4392488"/>
          </a:xfrm>
        </p:spPr>
        <p:txBody>
          <a:bodyPr/>
          <a:lstStyle>
            <a:lvl1pPr marL="3174" indent="-3174" algn="just" rtl="0" eaLnBrk="1" fontAlgn="base" hangingPunct="1">
              <a:spcBef>
                <a:spcPts val="1200"/>
              </a:spcBef>
              <a:spcAft>
                <a:spcPts val="600"/>
              </a:spcAft>
              <a:defRPr lang="fr-FR" sz="2395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spcBef>
                <a:spcPts val="400"/>
              </a:spcBef>
              <a:spcAft>
                <a:spcPts val="0"/>
              </a:spcAft>
              <a:defRPr lang="fr-FR" sz="2187" dirty="0" smtClean="0">
                <a:solidFill>
                  <a:schemeClr val="accent2"/>
                </a:solidFill>
                <a:latin typeface="+mn-lt"/>
                <a:ea typeface="+mn-ea"/>
              </a:defRPr>
            </a:lvl2pPr>
            <a:lvl3pPr>
              <a:spcBef>
                <a:spcPts val="0"/>
              </a:spcBef>
              <a:spcAft>
                <a:spcPts val="600"/>
              </a:spcAft>
              <a:defRPr lang="fr-FR" sz="1979" dirty="0" smtClean="0">
                <a:solidFill>
                  <a:schemeClr val="tx1"/>
                </a:solidFill>
                <a:latin typeface="+mn-lt"/>
                <a:ea typeface="+mn-ea"/>
              </a:defRPr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2"/>
          </p:nvPr>
        </p:nvSpPr>
        <p:spPr>
          <a:xfrm>
            <a:off x="719404" y="836712"/>
            <a:ext cx="10465163" cy="720080"/>
          </a:xfrm>
          <a:noFill/>
        </p:spPr>
        <p:txBody>
          <a:bodyPr/>
          <a:lstStyle>
            <a:lvl1pPr indent="0" algn="l">
              <a:spcAft>
                <a:spcPts val="600"/>
              </a:spcAft>
              <a:defRPr sz="2812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609601" y="188640"/>
            <a:ext cx="10972800" cy="576064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3"/>
          </p:nvPr>
        </p:nvSpPr>
        <p:spPr>
          <a:xfrm>
            <a:off x="8688919" y="6597650"/>
            <a:ext cx="3420533" cy="260350"/>
          </a:xfrm>
          <a:prstGeom prst="rect">
            <a:avLst/>
          </a:prstGeom>
        </p:spPr>
        <p:txBody>
          <a:bodyPr/>
          <a:lstStyle>
            <a:lvl1pPr>
              <a:defRPr sz="937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15A546-D81E-4FC6-AF74-D14668580B54}" type="slidenum">
              <a:rPr kumimoji="0" lang="fr-FR" sz="937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937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 noChangeArrowheads="1"/>
          </p:cNvSpPr>
          <p:nvPr>
            <p:ph type="ftr" sz="quarter" idx="14"/>
          </p:nvPr>
        </p:nvSpPr>
        <p:spPr>
          <a:xfrm>
            <a:off x="3600451" y="6597650"/>
            <a:ext cx="3860800" cy="2603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ITM LAI – juin 2015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89135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1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 3" hidden="1">
            <a:extLst>
              <a:ext uri="{FF2B5EF4-FFF2-40B4-BE49-F238E27FC236}">
                <a16:creationId xmlns:a16="http://schemas.microsoft.com/office/drawing/2014/main" id="{73C743F4-E747-4F8E-A633-DE3ED34E56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3" imgW="471" imgH="472" progId="TCLayout.ActiveDocument.1">
                  <p:embed/>
                </p:oleObj>
              </mc:Choice>
              <mc:Fallback>
                <p:oleObj name="Diapositive think-cell" r:id="rId13" imgW="471" imgH="472" progId="TCLayout.ActiveDocument.1">
                  <p:embed/>
                  <p:pic>
                    <p:nvPicPr>
                      <p:cNvPr id="4" name="Objet 3" hidden="1">
                        <a:extLst>
                          <a:ext uri="{FF2B5EF4-FFF2-40B4-BE49-F238E27FC236}">
                            <a16:creationId xmlns:a16="http://schemas.microsoft.com/office/drawing/2014/main" id="{73C743F4-E747-4F8E-A633-DE3ED34E56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B5EB4F4A-DF71-43E1-A593-9DC6629247EB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fr-FR" sz="3200" b="1" i="0" baseline="0">
              <a:latin typeface="Corbel" panose="020B0503020204020204" pitchFamily="34" charset="0"/>
              <a:ea typeface="+mj-ea"/>
              <a:cs typeface="+mj-cs"/>
              <a:sym typeface="Corbel" panose="020B0503020204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29477"/>
            <a:ext cx="1979897" cy="54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77" y="83547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367928-CC23-4F90-A88E-4F0A672D3555}"/>
              </a:ext>
            </a:extLst>
          </p:cNvPr>
          <p:cNvSpPr/>
          <p:nvPr userDrawn="1"/>
        </p:nvSpPr>
        <p:spPr>
          <a:xfrm>
            <a:off x="0" y="6520587"/>
            <a:ext cx="12192000" cy="3600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</a:endParaRPr>
          </a:p>
        </p:txBody>
      </p:sp>
      <p:pic>
        <p:nvPicPr>
          <p:cNvPr id="24" name="Picture 2" descr="Résultat de recherche d'images pour &quot;intermarché logo png&quot;">
            <a:extLst>
              <a:ext uri="{FF2B5EF4-FFF2-40B4-BE49-F238E27FC236}">
                <a16:creationId xmlns:a16="http://schemas.microsoft.com/office/drawing/2014/main" id="{116E6717-6978-46C8-AC63-D8780BAF60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801" y="6650813"/>
            <a:ext cx="765899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Résultat de recherche d'images pour &quot;netto logo png&quot;">
            <a:extLst>
              <a:ext uri="{FF2B5EF4-FFF2-40B4-BE49-F238E27FC236}">
                <a16:creationId xmlns:a16="http://schemas.microsoft.com/office/drawing/2014/main" id="{54A4D9F9-FBD5-4FF9-B4ED-977732B24A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6807" y="6572785"/>
            <a:ext cx="587006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3AD678F9-0C71-4D27-8FE0-46D4F1D1C5A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7560" y="6556937"/>
            <a:ext cx="287134" cy="288000"/>
          </a:xfrm>
          <a:prstGeom prst="rect">
            <a:avLst/>
          </a:prstGeom>
        </p:spPr>
      </p:pic>
      <p:sp>
        <p:nvSpPr>
          <p:cNvPr id="34" name="Espace réservé du numéro de diapositive 5">
            <a:extLst>
              <a:ext uri="{FF2B5EF4-FFF2-40B4-BE49-F238E27FC236}">
                <a16:creationId xmlns:a16="http://schemas.microsoft.com/office/drawing/2014/main" id="{749155D7-6502-4E3E-A201-0B6FB3AD2E0A}"/>
              </a:ext>
            </a:extLst>
          </p:cNvPr>
          <p:cNvSpPr txBox="1">
            <a:spLocks/>
          </p:cNvSpPr>
          <p:nvPr userDrawn="1"/>
        </p:nvSpPr>
        <p:spPr>
          <a:xfrm>
            <a:off x="11600639" y="6520587"/>
            <a:ext cx="587006" cy="36000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Candara" panose="020E0502030303020204" pitchFamily="34" charset="0"/>
                <a:ea typeface="ＭＳ Ｐゴシック" pitchFamily="34" charset="-128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19B51A1E-902D-48AF-9020-955120F399B6}" type="slidenum">
              <a:rPr lang="fr-FR" sz="1600" b="1" smtClea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Arial" panose="020B0604020202020204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 sz="1600" b="1">
              <a:solidFill>
                <a:schemeClr val="tx1"/>
              </a:solidFill>
              <a:latin typeface="Century Gothic" panose="020B0502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64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 spd="med">
    <p:pull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1C1AAF-5C76-4AA9-76F8-68734EFE0E87}"/>
              </a:ext>
            </a:extLst>
          </p:cNvPr>
          <p:cNvSpPr/>
          <p:nvPr/>
        </p:nvSpPr>
        <p:spPr>
          <a:xfrm>
            <a:off x="1" y="6358759"/>
            <a:ext cx="12192000" cy="5092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2A5377-E4A6-8038-FBC2-87DBCB68DE9D}"/>
              </a:ext>
            </a:extLst>
          </p:cNvPr>
          <p:cNvSpPr/>
          <p:nvPr/>
        </p:nvSpPr>
        <p:spPr>
          <a:xfrm>
            <a:off x="133352" y="4886099"/>
            <a:ext cx="2762383" cy="829974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45BF6EE-C5F2-4C3B-BAC5-36A984900B38}"/>
              </a:ext>
            </a:extLst>
          </p:cNvPr>
          <p:cNvSpPr/>
          <p:nvPr/>
        </p:nvSpPr>
        <p:spPr>
          <a:xfrm>
            <a:off x="133353" y="-1859"/>
            <a:ext cx="11925292" cy="829974"/>
          </a:xfrm>
          <a:prstGeom prst="rect">
            <a:avLst/>
          </a:prstGeom>
          <a:solidFill>
            <a:srgbClr val="820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FE19C12-C3EC-05C9-723B-A66670380BF6}"/>
              </a:ext>
            </a:extLst>
          </p:cNvPr>
          <p:cNvSpPr/>
          <p:nvPr/>
        </p:nvSpPr>
        <p:spPr>
          <a:xfrm>
            <a:off x="133352" y="5785094"/>
            <a:ext cx="2762383" cy="975982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DD8AC131-640C-F76E-D14B-F65E38357F74}"/>
              </a:ext>
            </a:extLst>
          </p:cNvPr>
          <p:cNvSpPr txBox="1"/>
          <p:nvPr/>
        </p:nvSpPr>
        <p:spPr>
          <a:xfrm>
            <a:off x="55974" y="4886099"/>
            <a:ext cx="3191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Fichier(s) à ajouter en PJ </a:t>
            </a:r>
            <a:r>
              <a:rPr lang="fr-FR" sz="12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:</a:t>
            </a:r>
            <a:r>
              <a:rPr lang="fr-FR" sz="1200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(Oui /Non)</a:t>
            </a:r>
            <a:r>
              <a:rPr lang="fr-FR" sz="12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945B12B5-B44A-D39C-5E65-38D176FFCFBC}"/>
              </a:ext>
            </a:extLst>
          </p:cNvPr>
          <p:cNvSpPr txBox="1"/>
          <p:nvPr/>
        </p:nvSpPr>
        <p:spPr>
          <a:xfrm>
            <a:off x="57285" y="5850642"/>
            <a:ext cx="298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Date souhaitée d’envoi de la com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224B1A9-4B89-5646-D8D8-909D0E745593}"/>
              </a:ext>
            </a:extLst>
          </p:cNvPr>
          <p:cNvCxnSpPr>
            <a:cxnSpLocks/>
          </p:cNvCxnSpPr>
          <p:nvPr/>
        </p:nvCxnSpPr>
        <p:spPr>
          <a:xfrm>
            <a:off x="34156" y="-1859"/>
            <a:ext cx="0" cy="828115"/>
          </a:xfrm>
          <a:prstGeom prst="line">
            <a:avLst/>
          </a:prstGeom>
          <a:ln w="76200">
            <a:solidFill>
              <a:srgbClr val="82072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766414F9-DD41-2BE3-3A6E-2AFB48BA73B7}"/>
              </a:ext>
            </a:extLst>
          </p:cNvPr>
          <p:cNvSpPr txBox="1"/>
          <p:nvPr/>
        </p:nvSpPr>
        <p:spPr>
          <a:xfrm>
            <a:off x="805796" y="81222"/>
            <a:ext cx="11605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</a:t>
            </a:r>
            <a:r>
              <a:rPr lang="fr-FR" sz="3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Demande d’envoi communication vers les PDV </a:t>
            </a:r>
            <a:endParaRPr kumimoji="0" lang="fr-FR" sz="3600" b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F10918-B771-ED47-8B2A-1C946357364D}"/>
              </a:ext>
            </a:extLst>
          </p:cNvPr>
          <p:cNvSpPr/>
          <p:nvPr/>
        </p:nvSpPr>
        <p:spPr>
          <a:xfrm>
            <a:off x="2982944" y="1447800"/>
            <a:ext cx="9075701" cy="5313276"/>
          </a:xfrm>
          <a:prstGeom prst="rect">
            <a:avLst/>
          </a:prstGeom>
          <a:solidFill>
            <a:srgbClr val="F2EBE2"/>
          </a:solidFill>
          <a:ln w="28575">
            <a:solidFill>
              <a:srgbClr val="866C6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47386008-EE7A-8299-6301-67BF6203915B}"/>
              </a:ext>
            </a:extLst>
          </p:cNvPr>
          <p:cNvSpPr txBox="1"/>
          <p:nvPr/>
        </p:nvSpPr>
        <p:spPr>
          <a:xfrm>
            <a:off x="3048049" y="1773966"/>
            <a:ext cx="3487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</a:t>
            </a:r>
            <a:r>
              <a:rPr lang="fr-FR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Message à transmettre </a:t>
            </a:r>
            <a:r>
              <a:rPr lang="fr-FR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kumimoji="0" lang="fr-FR" b="1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85D2FD-E6D1-2A72-8067-48B28495B276}"/>
              </a:ext>
            </a:extLst>
          </p:cNvPr>
          <p:cNvSpPr/>
          <p:nvPr/>
        </p:nvSpPr>
        <p:spPr>
          <a:xfrm>
            <a:off x="116503" y="1447800"/>
            <a:ext cx="2760276" cy="1077065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D70B1FB-3643-3754-AF55-2E2F0DD61023}"/>
              </a:ext>
            </a:extLst>
          </p:cNvPr>
          <p:cNvSpPr txBox="1"/>
          <p:nvPr/>
        </p:nvSpPr>
        <p:spPr>
          <a:xfrm>
            <a:off x="56964" y="1461378"/>
            <a:ext cx="27925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Diffusion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(</a:t>
            </a:r>
            <a:r>
              <a:rPr lang="fr-FR" sz="1400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enseignes, bases,…)</a:t>
            </a:r>
            <a:endParaRPr kumimoji="0" lang="fr-FR" sz="1400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D33A00-61F1-C00C-8205-6E5D92CA858A}"/>
              </a:ext>
            </a:extLst>
          </p:cNvPr>
          <p:cNvSpPr/>
          <p:nvPr/>
        </p:nvSpPr>
        <p:spPr>
          <a:xfrm>
            <a:off x="103533" y="2603979"/>
            <a:ext cx="2760276" cy="707784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8344FC2-95C1-27DE-4F8A-5196A63BAF42}"/>
              </a:ext>
            </a:extLst>
          </p:cNvPr>
          <p:cNvSpPr txBox="1"/>
          <p:nvPr/>
        </p:nvSpPr>
        <p:spPr>
          <a:xfrm>
            <a:off x="25130" y="2602852"/>
            <a:ext cx="2821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Validation 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adhérent 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fr-FR" sz="1400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(Oui /Non) </a:t>
            </a:r>
            <a:endParaRPr kumimoji="0" lang="fr-FR" sz="1400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31E51F-3CED-CF86-8CE6-69A929C84DFE}"/>
              </a:ext>
            </a:extLst>
          </p:cNvPr>
          <p:cNvSpPr/>
          <p:nvPr/>
        </p:nvSpPr>
        <p:spPr>
          <a:xfrm>
            <a:off x="116503" y="3409133"/>
            <a:ext cx="2760276" cy="1409682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978CD18-B7C3-4753-06EB-83A29D2863BA}"/>
              </a:ext>
            </a:extLst>
          </p:cNvPr>
          <p:cNvSpPr txBox="1"/>
          <p:nvPr/>
        </p:nvSpPr>
        <p:spPr>
          <a:xfrm>
            <a:off x="91275" y="3415781"/>
            <a:ext cx="27254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Signataire adhérent 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1BB4885C-871A-45AB-8593-CAD2086797BA}"/>
              </a:ext>
            </a:extLst>
          </p:cNvPr>
          <p:cNvCxnSpPr>
            <a:cxnSpLocks/>
          </p:cNvCxnSpPr>
          <p:nvPr/>
        </p:nvCxnSpPr>
        <p:spPr>
          <a:xfrm>
            <a:off x="12153901" y="-1859"/>
            <a:ext cx="0" cy="828115"/>
          </a:xfrm>
          <a:prstGeom prst="line">
            <a:avLst/>
          </a:prstGeom>
          <a:ln w="76200">
            <a:solidFill>
              <a:srgbClr val="82072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E945248B-3547-4104-EC3C-694112401A81}"/>
              </a:ext>
            </a:extLst>
          </p:cNvPr>
          <p:cNvSpPr txBox="1"/>
          <p:nvPr/>
        </p:nvSpPr>
        <p:spPr>
          <a:xfrm>
            <a:off x="3249011" y="2665495"/>
            <a:ext cx="86762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200" dirty="0">
                <a:solidFill>
                  <a:srgbClr val="511227"/>
                </a:solidFill>
                <a:effectLst/>
                <a:latin typeface="Interstate"/>
                <a:ea typeface="Calibri" panose="020F0502020204030204" pitchFamily="34" charset="0"/>
              </a:rPr>
              <a:t>Cher (e) collègue,</a:t>
            </a:r>
          </a:p>
          <a:p>
            <a:pPr algn="just"/>
            <a:endParaRPr lang="fr-FR" sz="1200" dirty="0">
              <a:solidFill>
                <a:srgbClr val="511227"/>
              </a:solidFill>
              <a:effectLst/>
              <a:latin typeface="Interstate"/>
              <a:ea typeface="Calibri" panose="020F0502020204030204" pitchFamily="34" charset="0"/>
            </a:endParaRPr>
          </a:p>
          <a:p>
            <a:pPr algn="just"/>
            <a:r>
              <a:rPr lang="fr-FR" sz="1200" dirty="0">
                <a:solidFill>
                  <a:srgbClr val="511227"/>
                </a:solidFill>
                <a:effectLst/>
                <a:latin typeface="Interstate"/>
                <a:ea typeface="Calibri" panose="020F0502020204030204" pitchFamily="34" charset="0"/>
              </a:rPr>
              <a:t>XXXXXXXXXXXXXXXXXXXXXXXXXXXXX</a:t>
            </a:r>
          </a:p>
          <a:p>
            <a:pPr algn="just"/>
            <a:r>
              <a:rPr lang="fr-FR" sz="1200" dirty="0">
                <a:solidFill>
                  <a:srgbClr val="511227"/>
                </a:solidFill>
                <a:latin typeface="Interstate"/>
                <a:ea typeface="Calibri" panose="020F0502020204030204" pitchFamily="34" charset="0"/>
              </a:rPr>
              <a:t>XXXXXXXXXXXXXXXXXXXXXXXXXXXX</a:t>
            </a:r>
          </a:p>
          <a:p>
            <a:pPr algn="just"/>
            <a:r>
              <a:rPr lang="fr-FR" sz="1200" dirty="0">
                <a:solidFill>
                  <a:srgbClr val="511227"/>
                </a:solidFill>
                <a:latin typeface="Interstate"/>
                <a:ea typeface="Calibri" panose="020F0502020204030204" pitchFamily="34" charset="0"/>
              </a:rPr>
              <a:t>XXXXXXXXXXXXXXXXXXXXXXXXXXX</a:t>
            </a:r>
            <a:endParaRPr lang="fr-FR" sz="1200" dirty="0">
              <a:solidFill>
                <a:srgbClr val="511227"/>
              </a:solidFill>
              <a:latin typeface="Interstate"/>
            </a:endParaRPr>
          </a:p>
          <a:p>
            <a:pPr algn="just"/>
            <a:endParaRPr lang="fr-FR" sz="1800" dirty="0">
              <a:latin typeface="Interstate"/>
            </a:endParaRPr>
          </a:p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03F27C3-0888-A70B-ABCC-C4A6AB89F4B2}"/>
              </a:ext>
            </a:extLst>
          </p:cNvPr>
          <p:cNvSpPr txBox="1"/>
          <p:nvPr/>
        </p:nvSpPr>
        <p:spPr>
          <a:xfrm>
            <a:off x="91275" y="6205219"/>
            <a:ext cx="27657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>
                <a:solidFill>
                  <a:srgbClr val="511227"/>
                </a:solidFill>
                <a:latin typeface="Interstate"/>
              </a:rPr>
              <a:t>XXXXXXX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BB07BBC-0474-91C1-9AF8-96D63721E596}"/>
              </a:ext>
            </a:extLst>
          </p:cNvPr>
          <p:cNvSpPr txBox="1"/>
          <p:nvPr/>
        </p:nvSpPr>
        <p:spPr>
          <a:xfrm>
            <a:off x="133352" y="5222516"/>
            <a:ext cx="2780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511227"/>
                </a:solidFill>
                <a:latin typeface="Interstate"/>
              </a:rPr>
              <a:t>XXXX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4CEC0BF-10DC-1ABC-3E90-82FDDA2FEFD6}"/>
              </a:ext>
            </a:extLst>
          </p:cNvPr>
          <p:cNvSpPr txBox="1"/>
          <p:nvPr/>
        </p:nvSpPr>
        <p:spPr>
          <a:xfrm>
            <a:off x="119288" y="3776018"/>
            <a:ext cx="27399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400" b="1" dirty="0">
                <a:solidFill>
                  <a:srgbClr val="511227"/>
                </a:solidFill>
                <a:effectLst/>
                <a:latin typeface="Interstate"/>
                <a:ea typeface="Calibri" panose="020F0502020204030204" pitchFamily="34" charset="0"/>
              </a:rPr>
              <a:t>XXXX</a:t>
            </a:r>
          </a:p>
          <a:p>
            <a:pPr algn="just"/>
            <a:r>
              <a:rPr lang="fr-FR" sz="1400" b="1" dirty="0">
                <a:solidFill>
                  <a:srgbClr val="511227"/>
                </a:solidFill>
                <a:latin typeface="Interstate"/>
                <a:ea typeface="Calibri" panose="020F0502020204030204" pitchFamily="34" charset="0"/>
              </a:rPr>
              <a:t>XXXXX</a:t>
            </a:r>
          </a:p>
          <a:p>
            <a:pPr algn="just"/>
            <a:r>
              <a:rPr lang="fr-FR" sz="1400" b="1" dirty="0">
                <a:solidFill>
                  <a:srgbClr val="511227"/>
                </a:solidFill>
                <a:latin typeface="Interstate"/>
                <a:ea typeface="Calibri" panose="020F0502020204030204" pitchFamily="34" charset="0"/>
              </a:rPr>
              <a:t>XXXXX</a:t>
            </a:r>
          </a:p>
          <a:p>
            <a:pPr algn="just"/>
            <a:r>
              <a:rPr lang="fr-FR" sz="1400" b="1" dirty="0">
                <a:latin typeface="Interstate"/>
                <a:ea typeface="Calibri" panose="020F0502020204030204" pitchFamily="34" charset="0"/>
              </a:rPr>
              <a:t>XXXXXX</a:t>
            </a:r>
            <a:endParaRPr lang="fr-FR" sz="1400" b="1" dirty="0">
              <a:latin typeface="Interstate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B1DD7D8-2CE6-390A-26B1-01481D0AAB98}"/>
              </a:ext>
            </a:extLst>
          </p:cNvPr>
          <p:cNvSpPr txBox="1"/>
          <p:nvPr/>
        </p:nvSpPr>
        <p:spPr>
          <a:xfrm>
            <a:off x="96235" y="2898738"/>
            <a:ext cx="2761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511227"/>
                </a:solidFill>
                <a:latin typeface="Interstate"/>
              </a:rPr>
              <a:t>XXXXX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7A44313-FE3B-8FE3-42F7-38ED5BF7E508}"/>
              </a:ext>
            </a:extLst>
          </p:cNvPr>
          <p:cNvSpPr txBox="1"/>
          <p:nvPr/>
        </p:nvSpPr>
        <p:spPr>
          <a:xfrm>
            <a:off x="103533" y="1908058"/>
            <a:ext cx="2773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511227"/>
                </a:solidFill>
                <a:latin typeface="Interstate"/>
              </a:rPr>
              <a:t>XXXXXXX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B7C044-0E7E-6722-AE68-32891FD2BAD4}"/>
              </a:ext>
            </a:extLst>
          </p:cNvPr>
          <p:cNvSpPr/>
          <p:nvPr/>
        </p:nvSpPr>
        <p:spPr>
          <a:xfrm>
            <a:off x="116503" y="880575"/>
            <a:ext cx="11938262" cy="492113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CED2B96-B67F-FB86-324D-3458C7746B44}"/>
              </a:ext>
            </a:extLst>
          </p:cNvPr>
          <p:cNvSpPr txBox="1"/>
          <p:nvPr/>
        </p:nvSpPr>
        <p:spPr>
          <a:xfrm>
            <a:off x="960895" y="923946"/>
            <a:ext cx="11093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511227"/>
                </a:solidFill>
                <a:latin typeface="Interstate"/>
              </a:rPr>
              <a:t>XXXXXXXXXXXXXXXXXXXXXX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7C61B33-D658-2A6A-C519-B12867D77B76}"/>
              </a:ext>
            </a:extLst>
          </p:cNvPr>
          <p:cNvSpPr txBox="1"/>
          <p:nvPr/>
        </p:nvSpPr>
        <p:spPr>
          <a:xfrm>
            <a:off x="71278" y="950016"/>
            <a:ext cx="27925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TITRE : </a:t>
            </a:r>
            <a:endParaRPr kumimoji="0" lang="fr-FR" sz="1400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8B73C96F-78DE-5E84-784A-BE7E7EA2C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13" y="37944"/>
            <a:ext cx="2410062" cy="72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6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1C1AAF-5C76-4AA9-76F8-68734EFE0E87}"/>
              </a:ext>
            </a:extLst>
          </p:cNvPr>
          <p:cNvSpPr/>
          <p:nvPr/>
        </p:nvSpPr>
        <p:spPr>
          <a:xfrm>
            <a:off x="1" y="6358759"/>
            <a:ext cx="12192000" cy="5092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2A5377-E4A6-8038-FBC2-87DBCB68DE9D}"/>
              </a:ext>
            </a:extLst>
          </p:cNvPr>
          <p:cNvSpPr/>
          <p:nvPr/>
        </p:nvSpPr>
        <p:spPr>
          <a:xfrm>
            <a:off x="133352" y="4886099"/>
            <a:ext cx="2762383" cy="829974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45BF6EE-C5F2-4C3B-BAC5-36A984900B38}"/>
              </a:ext>
            </a:extLst>
          </p:cNvPr>
          <p:cNvSpPr/>
          <p:nvPr/>
        </p:nvSpPr>
        <p:spPr>
          <a:xfrm>
            <a:off x="133353" y="-1859"/>
            <a:ext cx="11925292" cy="829974"/>
          </a:xfrm>
          <a:prstGeom prst="rect">
            <a:avLst/>
          </a:prstGeom>
          <a:solidFill>
            <a:srgbClr val="820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FE19C12-C3EC-05C9-723B-A66670380BF6}"/>
              </a:ext>
            </a:extLst>
          </p:cNvPr>
          <p:cNvSpPr/>
          <p:nvPr/>
        </p:nvSpPr>
        <p:spPr>
          <a:xfrm>
            <a:off x="133352" y="5785094"/>
            <a:ext cx="2762383" cy="975982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DD8AC131-640C-F76E-D14B-F65E38357F74}"/>
              </a:ext>
            </a:extLst>
          </p:cNvPr>
          <p:cNvSpPr txBox="1"/>
          <p:nvPr/>
        </p:nvSpPr>
        <p:spPr>
          <a:xfrm>
            <a:off x="55974" y="4886099"/>
            <a:ext cx="3191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Fichier(s) à ajouter en PJ </a:t>
            </a:r>
            <a:r>
              <a:rPr lang="fr-FR" sz="12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:</a:t>
            </a:r>
            <a:r>
              <a:rPr lang="fr-FR" sz="1200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(Oui /Non)</a:t>
            </a:r>
            <a:r>
              <a:rPr lang="fr-FR" sz="12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945B12B5-B44A-D39C-5E65-38D176FFCFBC}"/>
              </a:ext>
            </a:extLst>
          </p:cNvPr>
          <p:cNvSpPr txBox="1"/>
          <p:nvPr/>
        </p:nvSpPr>
        <p:spPr>
          <a:xfrm>
            <a:off x="57285" y="5850642"/>
            <a:ext cx="2981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Date souhaitée d’envoi de la com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224B1A9-4B89-5646-D8D8-909D0E745593}"/>
              </a:ext>
            </a:extLst>
          </p:cNvPr>
          <p:cNvCxnSpPr>
            <a:cxnSpLocks/>
          </p:cNvCxnSpPr>
          <p:nvPr/>
        </p:nvCxnSpPr>
        <p:spPr>
          <a:xfrm>
            <a:off x="34156" y="-1859"/>
            <a:ext cx="0" cy="828115"/>
          </a:xfrm>
          <a:prstGeom prst="line">
            <a:avLst/>
          </a:prstGeom>
          <a:ln w="76200">
            <a:solidFill>
              <a:srgbClr val="82072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766414F9-DD41-2BE3-3A6E-2AFB48BA73B7}"/>
              </a:ext>
            </a:extLst>
          </p:cNvPr>
          <p:cNvSpPr txBox="1"/>
          <p:nvPr/>
        </p:nvSpPr>
        <p:spPr>
          <a:xfrm>
            <a:off x="805796" y="81222"/>
            <a:ext cx="11605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</a:t>
            </a:r>
            <a:r>
              <a:rPr lang="fr-FR" sz="3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Demande d’envoi communication vers les PDV </a:t>
            </a:r>
            <a:endParaRPr kumimoji="0" lang="fr-FR" sz="3600" b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F10918-B771-ED47-8B2A-1C946357364D}"/>
              </a:ext>
            </a:extLst>
          </p:cNvPr>
          <p:cNvSpPr/>
          <p:nvPr/>
        </p:nvSpPr>
        <p:spPr>
          <a:xfrm>
            <a:off x="2982944" y="1447800"/>
            <a:ext cx="9075701" cy="5313276"/>
          </a:xfrm>
          <a:prstGeom prst="rect">
            <a:avLst/>
          </a:prstGeom>
          <a:solidFill>
            <a:srgbClr val="F2EBE2"/>
          </a:solidFill>
          <a:ln w="28575">
            <a:solidFill>
              <a:srgbClr val="866C6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47386008-EE7A-8299-6301-67BF6203915B}"/>
              </a:ext>
            </a:extLst>
          </p:cNvPr>
          <p:cNvSpPr txBox="1"/>
          <p:nvPr/>
        </p:nvSpPr>
        <p:spPr>
          <a:xfrm>
            <a:off x="3048049" y="1773966"/>
            <a:ext cx="3487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 </a:t>
            </a:r>
            <a:r>
              <a:rPr lang="fr-FR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Message à transmettre </a:t>
            </a:r>
            <a:r>
              <a:rPr lang="fr-FR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kumimoji="0" lang="fr-FR" b="1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85D2FD-E6D1-2A72-8067-48B28495B276}"/>
              </a:ext>
            </a:extLst>
          </p:cNvPr>
          <p:cNvSpPr/>
          <p:nvPr/>
        </p:nvSpPr>
        <p:spPr>
          <a:xfrm>
            <a:off x="116503" y="1447800"/>
            <a:ext cx="2760276" cy="1077065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D70B1FB-3643-3754-AF55-2E2F0DD61023}"/>
              </a:ext>
            </a:extLst>
          </p:cNvPr>
          <p:cNvSpPr txBox="1"/>
          <p:nvPr/>
        </p:nvSpPr>
        <p:spPr>
          <a:xfrm>
            <a:off x="56964" y="1461378"/>
            <a:ext cx="27925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Diffusion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(</a:t>
            </a:r>
            <a:r>
              <a:rPr lang="fr-FR" sz="1400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enseignes, bases,…)</a:t>
            </a:r>
            <a:endParaRPr kumimoji="0" lang="fr-FR" sz="1400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D33A00-61F1-C00C-8205-6E5D92CA858A}"/>
              </a:ext>
            </a:extLst>
          </p:cNvPr>
          <p:cNvSpPr/>
          <p:nvPr/>
        </p:nvSpPr>
        <p:spPr>
          <a:xfrm>
            <a:off x="103533" y="2603979"/>
            <a:ext cx="2760276" cy="707784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8344FC2-95C1-27DE-4F8A-5196A63BAF42}"/>
              </a:ext>
            </a:extLst>
          </p:cNvPr>
          <p:cNvSpPr txBox="1"/>
          <p:nvPr/>
        </p:nvSpPr>
        <p:spPr>
          <a:xfrm>
            <a:off x="25130" y="2602852"/>
            <a:ext cx="2821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Validation 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adhérent 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fr-FR" sz="1400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(Oui /Non) </a:t>
            </a:r>
            <a:endParaRPr kumimoji="0" lang="fr-FR" sz="1400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31E51F-3CED-CF86-8CE6-69A929C84DFE}"/>
              </a:ext>
            </a:extLst>
          </p:cNvPr>
          <p:cNvSpPr/>
          <p:nvPr/>
        </p:nvSpPr>
        <p:spPr>
          <a:xfrm>
            <a:off x="116503" y="3409133"/>
            <a:ext cx="2760276" cy="1409682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978CD18-B7C3-4753-06EB-83A29D2863BA}"/>
              </a:ext>
            </a:extLst>
          </p:cNvPr>
          <p:cNvSpPr txBox="1"/>
          <p:nvPr/>
        </p:nvSpPr>
        <p:spPr>
          <a:xfrm>
            <a:off x="91275" y="3415781"/>
            <a:ext cx="27254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Signataire adhérent 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1BB4885C-871A-45AB-8593-CAD2086797BA}"/>
              </a:ext>
            </a:extLst>
          </p:cNvPr>
          <p:cNvCxnSpPr>
            <a:cxnSpLocks/>
          </p:cNvCxnSpPr>
          <p:nvPr/>
        </p:nvCxnSpPr>
        <p:spPr>
          <a:xfrm>
            <a:off x="12153901" y="-1859"/>
            <a:ext cx="0" cy="828115"/>
          </a:xfrm>
          <a:prstGeom prst="line">
            <a:avLst/>
          </a:prstGeom>
          <a:ln w="76200">
            <a:solidFill>
              <a:srgbClr val="82072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AB7C044-0E7E-6722-AE68-32891FD2BAD4}"/>
              </a:ext>
            </a:extLst>
          </p:cNvPr>
          <p:cNvSpPr/>
          <p:nvPr/>
        </p:nvSpPr>
        <p:spPr>
          <a:xfrm>
            <a:off x="116503" y="880575"/>
            <a:ext cx="11938262" cy="492113"/>
          </a:xfrm>
          <a:prstGeom prst="rect">
            <a:avLst/>
          </a:prstGeom>
          <a:solidFill>
            <a:srgbClr val="F2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7C61B33-D658-2A6A-C519-B12867D77B76}"/>
              </a:ext>
            </a:extLst>
          </p:cNvPr>
          <p:cNvSpPr txBox="1"/>
          <p:nvPr/>
        </p:nvSpPr>
        <p:spPr>
          <a:xfrm>
            <a:off x="71278" y="950016"/>
            <a:ext cx="27925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</a:t>
            </a:r>
            <a:r>
              <a:rPr lang="fr-FR" sz="1400" b="1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fr-FR" sz="1400" b="1" u="sng" dirty="0">
                <a:solidFill>
                  <a:srgbClr val="511227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TITRE : </a:t>
            </a:r>
            <a:endParaRPr kumimoji="0" lang="fr-FR" sz="1400" i="0" u="none" strike="noStrike" kern="1200" cap="none" spc="0" normalizeH="0" baseline="0" noProof="0" dirty="0">
              <a:ln>
                <a:noFill/>
              </a:ln>
              <a:solidFill>
                <a:srgbClr val="511227"/>
              </a:solidFill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8B73C96F-78DE-5E84-784A-BE7E7EA2C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13" y="37944"/>
            <a:ext cx="2410062" cy="72401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D0DFEE9-3F0F-4CF4-1D36-D42918D64EC1}"/>
              </a:ext>
            </a:extLst>
          </p:cNvPr>
          <p:cNvSpPr txBox="1"/>
          <p:nvPr/>
        </p:nvSpPr>
        <p:spPr>
          <a:xfrm>
            <a:off x="3249011" y="2665495"/>
            <a:ext cx="86762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200" dirty="0">
                <a:solidFill>
                  <a:srgbClr val="511227"/>
                </a:solidFill>
                <a:effectLst/>
                <a:latin typeface="Interstate"/>
                <a:ea typeface="Calibri" panose="020F0502020204030204" pitchFamily="34" charset="0"/>
              </a:rPr>
              <a:t>Cher (e) collègue,</a:t>
            </a:r>
          </a:p>
          <a:p>
            <a:pPr algn="just"/>
            <a:endParaRPr lang="fr-FR" sz="1200" dirty="0">
              <a:solidFill>
                <a:srgbClr val="511227"/>
              </a:solidFill>
              <a:effectLst/>
              <a:latin typeface="Interstate"/>
              <a:ea typeface="Calibri" panose="020F0502020204030204" pitchFamily="34" charset="0"/>
            </a:endParaRPr>
          </a:p>
          <a:p>
            <a:pPr algn="just"/>
            <a:r>
              <a:rPr lang="fr-FR" sz="1200" dirty="0">
                <a:solidFill>
                  <a:srgbClr val="511227"/>
                </a:solidFill>
                <a:effectLst/>
                <a:latin typeface="Interstate"/>
                <a:ea typeface="Calibri" panose="020F0502020204030204" pitchFamily="34" charset="0"/>
              </a:rPr>
              <a:t>Pour plus de cohérence dans les commandes et assurer la disponibilité de la gamme de produits </a:t>
            </a:r>
            <a:r>
              <a:rPr lang="fr-FR" sz="1200" dirty="0">
                <a:solidFill>
                  <a:srgbClr val="511227"/>
                </a:solidFill>
                <a:latin typeface="Interstate"/>
                <a:ea typeface="Calibri" panose="020F0502020204030204" pitchFamily="34" charset="0"/>
              </a:rPr>
              <a:t>CREALINE, nous avons procédé à une modification de CNAV pour le cadencier du 3 février 2024.</a:t>
            </a:r>
          </a:p>
          <a:p>
            <a:pPr algn="just"/>
            <a:endParaRPr lang="fr-FR" sz="1200" dirty="0">
              <a:solidFill>
                <a:srgbClr val="511227"/>
              </a:solidFill>
              <a:effectLst/>
              <a:latin typeface="Interstate"/>
              <a:ea typeface="Calibri" panose="020F0502020204030204" pitchFamily="34" charset="0"/>
            </a:endParaRPr>
          </a:p>
          <a:p>
            <a:pPr algn="just"/>
            <a:r>
              <a:rPr lang="fr-FR" sz="1200" dirty="0">
                <a:solidFill>
                  <a:srgbClr val="511227"/>
                </a:solidFill>
                <a:latin typeface="Interstate"/>
              </a:rPr>
              <a:t>Les produits ci-dessous vont basculer </a:t>
            </a:r>
            <a:r>
              <a:rPr lang="fr-FR" sz="1200" b="1" dirty="0">
                <a:solidFill>
                  <a:srgbClr val="511227"/>
                </a:solidFill>
                <a:latin typeface="Interstate"/>
              </a:rPr>
              <a:t>du CNAV 221 vers le CNAV 204</a:t>
            </a:r>
            <a:r>
              <a:rPr lang="fr-FR" sz="1200" dirty="0">
                <a:solidFill>
                  <a:srgbClr val="511227"/>
                </a:solidFill>
                <a:latin typeface="Interstate"/>
              </a:rPr>
              <a:t>. </a:t>
            </a:r>
          </a:p>
          <a:p>
            <a:pPr algn="just"/>
            <a:r>
              <a:rPr lang="fr-FR" sz="1200" dirty="0">
                <a:solidFill>
                  <a:srgbClr val="511227"/>
                </a:solidFill>
                <a:latin typeface="Interstate"/>
              </a:rPr>
              <a:t>Les soupes et les purées seront donc livrées ensemble. </a:t>
            </a:r>
          </a:p>
          <a:p>
            <a:pPr algn="just"/>
            <a:endParaRPr lang="fr-FR" sz="1800" dirty="0">
              <a:solidFill>
                <a:srgbClr val="511227"/>
              </a:solidFill>
              <a:latin typeface="Interstate"/>
            </a:endParaRPr>
          </a:p>
          <a:p>
            <a:endParaRPr lang="fr-FR" dirty="0">
              <a:solidFill>
                <a:srgbClr val="511227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13CF67F-EA24-F72C-F754-F7B45F5175B1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6015481" y="4382735"/>
            <a:ext cx="4073228" cy="2230666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CDBDDB31-FC98-BDBD-A708-A27BCE565E4F}"/>
              </a:ext>
            </a:extLst>
          </p:cNvPr>
          <p:cNvSpPr txBox="1"/>
          <p:nvPr/>
        </p:nvSpPr>
        <p:spPr>
          <a:xfrm>
            <a:off x="91275" y="6205219"/>
            <a:ext cx="27657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b="1" dirty="0">
                <a:solidFill>
                  <a:srgbClr val="511227"/>
                </a:solidFill>
                <a:latin typeface="Interstate"/>
              </a:rPr>
              <a:t>10/07/2024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4C7B620-A66F-2C09-729F-344051A8209F}"/>
              </a:ext>
            </a:extLst>
          </p:cNvPr>
          <p:cNvSpPr txBox="1"/>
          <p:nvPr/>
        </p:nvSpPr>
        <p:spPr>
          <a:xfrm>
            <a:off x="133352" y="5222516"/>
            <a:ext cx="2780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511227"/>
                </a:solidFill>
                <a:latin typeface="Interstate"/>
              </a:rPr>
              <a:t>OUI</a:t>
            </a:r>
            <a:r>
              <a:rPr lang="fr-FR" sz="2000" b="1" dirty="0">
                <a:solidFill>
                  <a:srgbClr val="511227"/>
                </a:solidFill>
                <a:latin typeface="Interstate"/>
              </a:rPr>
              <a:t>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934B0FA-F913-16EE-482D-5DBE9587788A}"/>
              </a:ext>
            </a:extLst>
          </p:cNvPr>
          <p:cNvSpPr txBox="1"/>
          <p:nvPr/>
        </p:nvSpPr>
        <p:spPr>
          <a:xfrm>
            <a:off x="119288" y="3776018"/>
            <a:ext cx="27399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400" b="1" dirty="0">
                <a:solidFill>
                  <a:srgbClr val="511227"/>
                </a:solidFill>
                <a:effectLst/>
                <a:latin typeface="Interstate"/>
                <a:ea typeface="Calibri" panose="020F0502020204030204" pitchFamily="34" charset="0"/>
              </a:rPr>
              <a:t>Gaylord SOULE </a:t>
            </a:r>
          </a:p>
          <a:p>
            <a:pPr algn="just"/>
            <a:r>
              <a:rPr lang="fr-FR" sz="1400" b="1" dirty="0">
                <a:solidFill>
                  <a:srgbClr val="511227"/>
                </a:solidFill>
                <a:effectLst/>
                <a:latin typeface="Interstate"/>
                <a:ea typeface="Calibri" panose="020F0502020204030204" pitchFamily="34" charset="0"/>
              </a:rPr>
              <a:t>Adhérent Direction Appros/</a:t>
            </a:r>
            <a:r>
              <a:rPr lang="fr-FR" sz="1400" b="1" dirty="0">
                <a:solidFill>
                  <a:srgbClr val="511227"/>
                </a:solidFill>
                <a:latin typeface="Interstate"/>
                <a:ea typeface="Calibri" panose="020F0502020204030204" pitchFamily="34" charset="0"/>
              </a:rPr>
              <a:t>Flux</a:t>
            </a:r>
          </a:p>
          <a:p>
            <a:pPr algn="just"/>
            <a:r>
              <a:rPr lang="fr-FR" sz="1400" b="1" dirty="0">
                <a:solidFill>
                  <a:srgbClr val="511227"/>
                </a:solidFill>
                <a:effectLst/>
                <a:latin typeface="Interstate"/>
                <a:ea typeface="Calibri" panose="020F0502020204030204" pitchFamily="34" charset="0"/>
              </a:rPr>
              <a:t>Mem</a:t>
            </a:r>
            <a:r>
              <a:rPr lang="fr-FR" sz="1400" b="1" dirty="0">
                <a:solidFill>
                  <a:srgbClr val="511227"/>
                </a:solidFill>
                <a:latin typeface="Interstate"/>
                <a:ea typeface="Calibri" panose="020F0502020204030204" pitchFamily="34" charset="0"/>
              </a:rPr>
              <a:t>bre CA LAI</a:t>
            </a:r>
            <a:endParaRPr lang="fr-FR" sz="1400" b="1" dirty="0">
              <a:solidFill>
                <a:srgbClr val="511227"/>
              </a:solidFill>
              <a:effectLst/>
              <a:latin typeface="Interstate"/>
              <a:ea typeface="Calibri" panose="020F0502020204030204" pitchFamily="34" charset="0"/>
            </a:endParaRPr>
          </a:p>
          <a:p>
            <a:pPr algn="just"/>
            <a:r>
              <a:rPr lang="fr-FR" sz="1400" b="1" dirty="0">
                <a:solidFill>
                  <a:srgbClr val="511227"/>
                </a:solidFill>
                <a:effectLst/>
                <a:latin typeface="Interstate"/>
                <a:ea typeface="Calibri" panose="020F0502020204030204" pitchFamily="34" charset="0"/>
              </a:rPr>
              <a:t>ITM LAI</a:t>
            </a:r>
            <a:r>
              <a:rPr lang="fr-FR" sz="1400" b="1" dirty="0">
                <a:solidFill>
                  <a:srgbClr val="511227"/>
                </a:solidFill>
                <a:latin typeface="Interstate"/>
              </a:rPr>
              <a:t>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A690A1F-CC00-61AB-875C-FF6BF9C48BAB}"/>
              </a:ext>
            </a:extLst>
          </p:cNvPr>
          <p:cNvSpPr txBox="1"/>
          <p:nvPr/>
        </p:nvSpPr>
        <p:spPr>
          <a:xfrm>
            <a:off x="96235" y="2898738"/>
            <a:ext cx="2761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511227"/>
                </a:solidFill>
                <a:latin typeface="Interstate"/>
              </a:rPr>
              <a:t>OUI</a:t>
            </a:r>
            <a:r>
              <a:rPr lang="fr-FR" sz="2000" b="1" dirty="0">
                <a:solidFill>
                  <a:srgbClr val="511227"/>
                </a:solidFill>
                <a:latin typeface="Interstate"/>
              </a:rPr>
              <a:t> 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085B727-C29C-6B9C-5F54-A95ECF29B972}"/>
              </a:ext>
            </a:extLst>
          </p:cNvPr>
          <p:cNvSpPr txBox="1"/>
          <p:nvPr/>
        </p:nvSpPr>
        <p:spPr>
          <a:xfrm>
            <a:off x="103533" y="1908058"/>
            <a:ext cx="2773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511227"/>
                </a:solidFill>
                <a:latin typeface="Interstate"/>
              </a:rPr>
              <a:t>INTER + NETTO  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4AA22084-9115-3068-C8B5-EDBD31D86627}"/>
              </a:ext>
            </a:extLst>
          </p:cNvPr>
          <p:cNvCxnSpPr/>
          <p:nvPr/>
        </p:nvCxnSpPr>
        <p:spPr>
          <a:xfrm flipV="1">
            <a:off x="1653147" y="1745161"/>
            <a:ext cx="9486900" cy="4613598"/>
          </a:xfrm>
          <a:prstGeom prst="line">
            <a:avLst/>
          </a:prstGeom>
          <a:ln w="381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AD82D5A4-F740-B8C9-5B85-C3F7801D54D1}"/>
              </a:ext>
            </a:extLst>
          </p:cNvPr>
          <p:cNvSpPr txBox="1"/>
          <p:nvPr/>
        </p:nvSpPr>
        <p:spPr>
          <a:xfrm rot="19996447">
            <a:off x="2938911" y="3848071"/>
            <a:ext cx="44670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511227"/>
                </a:solidFill>
              </a:rPr>
              <a:t>TRAME EXEMPLE 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5D23AC3-F334-E499-0AF9-41736D1E0088}"/>
              </a:ext>
            </a:extLst>
          </p:cNvPr>
          <p:cNvSpPr txBox="1"/>
          <p:nvPr/>
        </p:nvSpPr>
        <p:spPr>
          <a:xfrm>
            <a:off x="960895" y="923946"/>
            <a:ext cx="11093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511227"/>
                </a:solidFill>
                <a:latin typeface="Interstate"/>
              </a:rPr>
              <a:t>FLORETTE gamme CREALINE =&gt;  Modification de CNAV</a:t>
            </a:r>
          </a:p>
        </p:txBody>
      </p:sp>
    </p:spTree>
    <p:extLst>
      <p:ext uri="{BB962C8B-B14F-4D97-AF65-F5344CB8AC3E}">
        <p14:creationId xmlns:p14="http://schemas.microsoft.com/office/powerpoint/2010/main" val="34995858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VzXtBUEISMsJlFACTsk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heme/theme1.xml><?xml version="1.0" encoding="utf-8"?>
<a:theme xmlns:a="http://schemas.openxmlformats.org/drawingml/2006/main" name="3_Thème Office">
  <a:themeElements>
    <a:clrScheme name="Personnalisé 1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FF0000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ésentation5" id="{10797F69-D880-49A6-9DF1-B1D2ACB0ECE9}" vid="{7EF47CB7-3B50-47A9-82BF-635C6E8E325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12949</TotalTime>
  <Words>226</Words>
  <Application>Microsoft Office PowerPoint</Application>
  <PresentationFormat>Grand écran</PresentationFormat>
  <Paragraphs>48</Paragraphs>
  <Slides>2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Candara</vt:lpstr>
      <vt:lpstr>Century Gothic</vt:lpstr>
      <vt:lpstr>Corbel</vt:lpstr>
      <vt:lpstr>Interstate</vt:lpstr>
      <vt:lpstr>3_Thème Office</vt:lpstr>
      <vt:lpstr>Diapositive think-cell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Geraldine TEULERE</dc:creator>
  <cp:lastModifiedBy>Geraldine TEULERE</cp:lastModifiedBy>
  <cp:revision>14</cp:revision>
  <dcterms:created xsi:type="dcterms:W3CDTF">2022-04-22T08:00:58Z</dcterms:created>
  <dcterms:modified xsi:type="dcterms:W3CDTF">2024-12-06T10:50:41Z</dcterms:modified>
</cp:coreProperties>
</file>